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Giri" userId="a7da8857590a0571" providerId="LiveId" clId="{1378D6FC-057C-4069-9FC9-4953B8C009A0}"/>
    <pc:docChg chg="undo custSel addSld modSld">
      <pc:chgData name="Ashutosh Giri" userId="a7da8857590a0571" providerId="LiveId" clId="{1378D6FC-057C-4069-9FC9-4953B8C009A0}" dt="2026-08-13T18:39:33.974" v="1009" actId="22"/>
      <pc:docMkLst>
        <pc:docMk/>
      </pc:docMkLst>
      <pc:sldChg chg="addSp modSp new mod">
        <pc:chgData name="Ashutosh Giri" userId="a7da8857590a0571" providerId="LiveId" clId="{1378D6FC-057C-4069-9FC9-4953B8C009A0}" dt="2026-08-13T16:26:22.861" v="281" actId="20577"/>
        <pc:sldMkLst>
          <pc:docMk/>
          <pc:sldMk cId="1482140931" sldId="257"/>
        </pc:sldMkLst>
        <pc:spChg chg="mod">
          <ac:chgData name="Ashutosh Giri" userId="a7da8857590a0571" providerId="LiveId" clId="{1378D6FC-057C-4069-9FC9-4953B8C009A0}" dt="2026-08-13T16:26:22.861" v="281" actId="20577"/>
          <ac:spMkLst>
            <pc:docMk/>
            <pc:sldMk cId="1482140931" sldId="257"/>
            <ac:spMk id="2" creationId="{BA25B1F0-791C-4208-8306-85090A7FC356}"/>
          </ac:spMkLst>
        </pc:spChg>
        <pc:spChg chg="mod">
          <ac:chgData name="Ashutosh Giri" userId="a7da8857590a0571" providerId="LiveId" clId="{1378D6FC-057C-4069-9FC9-4953B8C009A0}" dt="2026-08-13T16:09:23.065" v="75" actId="1076"/>
          <ac:spMkLst>
            <pc:docMk/>
            <pc:sldMk cId="1482140931" sldId="257"/>
            <ac:spMk id="3" creationId="{D3961AE0-CA26-AD79-E4CA-667F57739433}"/>
          </ac:spMkLst>
        </pc:spChg>
        <pc:picChg chg="add mod">
          <ac:chgData name="Ashutosh Giri" userId="a7da8857590a0571" providerId="LiveId" clId="{1378D6FC-057C-4069-9FC9-4953B8C009A0}" dt="2026-08-13T16:07:03.322" v="25" actId="14100"/>
          <ac:picMkLst>
            <pc:docMk/>
            <pc:sldMk cId="1482140931" sldId="257"/>
            <ac:picMk id="5" creationId="{9DB59A05-71D0-514C-7179-1418B842536D}"/>
          </ac:picMkLst>
        </pc:picChg>
      </pc:sldChg>
      <pc:sldChg chg="addSp delSp modSp new mod">
        <pc:chgData name="Ashutosh Giri" userId="a7da8857590a0571" providerId="LiveId" clId="{1378D6FC-057C-4069-9FC9-4953B8C009A0}" dt="2026-08-13T16:25:54.185" v="249" actId="20577"/>
        <pc:sldMkLst>
          <pc:docMk/>
          <pc:sldMk cId="161169534" sldId="258"/>
        </pc:sldMkLst>
        <pc:spChg chg="mod">
          <ac:chgData name="Ashutosh Giri" userId="a7da8857590a0571" providerId="LiveId" clId="{1378D6FC-057C-4069-9FC9-4953B8C009A0}" dt="2026-08-13T16:25:54.185" v="249" actId="20577"/>
          <ac:spMkLst>
            <pc:docMk/>
            <pc:sldMk cId="161169534" sldId="258"/>
            <ac:spMk id="2" creationId="{6FF8B7AB-58EC-B620-F7A1-3184BA786A03}"/>
          </ac:spMkLst>
        </pc:spChg>
        <pc:spChg chg="add del">
          <ac:chgData name="Ashutosh Giri" userId="a7da8857590a0571" providerId="LiveId" clId="{1378D6FC-057C-4069-9FC9-4953B8C009A0}" dt="2026-08-13T16:10:12.929" v="84"/>
          <ac:spMkLst>
            <pc:docMk/>
            <pc:sldMk cId="161169534" sldId="258"/>
            <ac:spMk id="3" creationId="{D2804E6D-C122-A757-7108-963175D7222D}"/>
          </ac:spMkLst>
        </pc:spChg>
        <pc:picChg chg="add mod">
          <ac:chgData name="Ashutosh Giri" userId="a7da8857590a0571" providerId="LiveId" clId="{1378D6FC-057C-4069-9FC9-4953B8C009A0}" dt="2026-08-13T16:09:57.294" v="83"/>
          <ac:picMkLst>
            <pc:docMk/>
            <pc:sldMk cId="161169534" sldId="258"/>
            <ac:picMk id="4" creationId="{DCE863AD-ED5D-E232-4FD4-AE9D678B0547}"/>
          </ac:picMkLst>
        </pc:picChg>
        <pc:picChg chg="add mod">
          <ac:chgData name="Ashutosh Giri" userId="a7da8857590a0571" providerId="LiveId" clId="{1378D6FC-057C-4069-9FC9-4953B8C009A0}" dt="2026-08-13T16:10:57.680" v="87" actId="14100"/>
          <ac:picMkLst>
            <pc:docMk/>
            <pc:sldMk cId="161169534" sldId="258"/>
            <ac:picMk id="5" creationId="{C5808C70-BE37-0EBD-CD52-C0AC031A38E6}"/>
          </ac:picMkLst>
        </pc:picChg>
        <pc:picChg chg="add">
          <ac:chgData name="Ashutosh Giri" userId="a7da8857590a0571" providerId="LiveId" clId="{1378D6FC-057C-4069-9FC9-4953B8C009A0}" dt="2026-08-13T16:11:12.683" v="88" actId="22"/>
          <ac:picMkLst>
            <pc:docMk/>
            <pc:sldMk cId="161169534" sldId="258"/>
            <ac:picMk id="7" creationId="{610F88DA-437C-3CAC-07C5-5E2F1EA58055}"/>
          </ac:picMkLst>
        </pc:picChg>
      </pc:sldChg>
      <pc:sldChg chg="addSp delSp modSp new mod">
        <pc:chgData name="Ashutosh Giri" userId="a7da8857590a0571" providerId="LiveId" clId="{1378D6FC-057C-4069-9FC9-4953B8C009A0}" dt="2026-08-13T16:32:16.719" v="351" actId="22"/>
        <pc:sldMkLst>
          <pc:docMk/>
          <pc:sldMk cId="860287339" sldId="259"/>
        </pc:sldMkLst>
        <pc:spChg chg="mod">
          <ac:chgData name="Ashutosh Giri" userId="a7da8857590a0571" providerId="LiveId" clId="{1378D6FC-057C-4069-9FC9-4953B8C009A0}" dt="2026-08-13T16:24:42.426" v="219" actId="20577"/>
          <ac:spMkLst>
            <pc:docMk/>
            <pc:sldMk cId="860287339" sldId="259"/>
            <ac:spMk id="2" creationId="{649BE196-66A3-8675-3911-C085C6EE89F9}"/>
          </ac:spMkLst>
        </pc:spChg>
        <pc:spChg chg="del mod">
          <ac:chgData name="Ashutosh Giri" userId="a7da8857590a0571" providerId="LiveId" clId="{1378D6FC-057C-4069-9FC9-4953B8C009A0}" dt="2026-08-13T16:17:05.560" v="135" actId="478"/>
          <ac:spMkLst>
            <pc:docMk/>
            <pc:sldMk cId="860287339" sldId="259"/>
            <ac:spMk id="3" creationId="{637A7EDA-ECA7-0816-E35A-C87DAA8BA1D3}"/>
          </ac:spMkLst>
        </pc:spChg>
        <pc:spChg chg="add mod">
          <ac:chgData name="Ashutosh Giri" userId="a7da8857590a0571" providerId="LiveId" clId="{1378D6FC-057C-4069-9FC9-4953B8C009A0}" dt="2026-08-13T16:32:03.323" v="348" actId="27636"/>
          <ac:spMkLst>
            <pc:docMk/>
            <pc:sldMk cId="860287339" sldId="259"/>
            <ac:spMk id="5" creationId="{151DCCDC-BF72-6FC5-DCC5-21FE287033EB}"/>
          </ac:spMkLst>
        </pc:spChg>
        <pc:spChg chg="add del mod">
          <ac:chgData name="Ashutosh Giri" userId="a7da8857590a0571" providerId="LiveId" clId="{1378D6FC-057C-4069-9FC9-4953B8C009A0}" dt="2026-08-13T16:22:04.408" v="165"/>
          <ac:spMkLst>
            <pc:docMk/>
            <pc:sldMk cId="860287339" sldId="259"/>
            <ac:spMk id="6" creationId="{C16F8B49-CBEA-E036-BAAB-8DC5189313E2}"/>
          </ac:spMkLst>
        </pc:spChg>
        <pc:spChg chg="add del mod">
          <ac:chgData name="Ashutosh Giri" userId="a7da8857590a0571" providerId="LiveId" clId="{1378D6FC-057C-4069-9FC9-4953B8C009A0}" dt="2026-08-13T16:32:07.450" v="350"/>
          <ac:spMkLst>
            <pc:docMk/>
            <pc:sldMk cId="860287339" sldId="259"/>
            <ac:spMk id="7" creationId="{42BBCEFE-4739-CD66-525E-CCBDE765B6BA}"/>
          </ac:spMkLst>
        </pc:spChg>
        <pc:picChg chg="add">
          <ac:chgData name="Ashutosh Giri" userId="a7da8857590a0571" providerId="LiveId" clId="{1378D6FC-057C-4069-9FC9-4953B8C009A0}" dt="2026-08-13T16:32:16.719" v="351" actId="22"/>
          <ac:picMkLst>
            <pc:docMk/>
            <pc:sldMk cId="860287339" sldId="259"/>
            <ac:picMk id="9" creationId="{5392970D-10B0-4A5C-A021-ADCF150B554F}"/>
          </ac:picMkLst>
        </pc:picChg>
      </pc:sldChg>
      <pc:sldChg chg="addSp modSp new mod">
        <pc:chgData name="Ashutosh Giri" userId="a7da8857590a0571" providerId="LiveId" clId="{1378D6FC-057C-4069-9FC9-4953B8C009A0}" dt="2026-08-13T16:45:10.083" v="412" actId="22"/>
        <pc:sldMkLst>
          <pc:docMk/>
          <pc:sldMk cId="3770517903" sldId="260"/>
        </pc:sldMkLst>
        <pc:spChg chg="mod">
          <ac:chgData name="Ashutosh Giri" userId="a7da8857590a0571" providerId="LiveId" clId="{1378D6FC-057C-4069-9FC9-4953B8C009A0}" dt="2026-08-13T16:38:39.151" v="386" actId="20577"/>
          <ac:spMkLst>
            <pc:docMk/>
            <pc:sldMk cId="3770517903" sldId="260"/>
            <ac:spMk id="2" creationId="{4B93A35B-D7A6-03EE-F2AA-B64052647350}"/>
          </ac:spMkLst>
        </pc:spChg>
        <pc:spChg chg="mod">
          <ac:chgData name="Ashutosh Giri" userId="a7da8857590a0571" providerId="LiveId" clId="{1378D6FC-057C-4069-9FC9-4953B8C009A0}" dt="2026-08-13T16:37:11.427" v="367" actId="1076"/>
          <ac:spMkLst>
            <pc:docMk/>
            <pc:sldMk cId="3770517903" sldId="260"/>
            <ac:spMk id="3" creationId="{8F7E6764-2094-72B5-B3AA-A30CC1A2F2ED}"/>
          </ac:spMkLst>
        </pc:spChg>
        <pc:graphicFrameChg chg="add mod">
          <ac:chgData name="Ashutosh Giri" userId="a7da8857590a0571" providerId="LiveId" clId="{1378D6FC-057C-4069-9FC9-4953B8C009A0}" dt="2026-08-13T16:37:22.729" v="369" actId="1076"/>
          <ac:graphicFrameMkLst>
            <pc:docMk/>
            <pc:sldMk cId="3770517903" sldId="260"/>
            <ac:graphicFrameMk id="4" creationId="{5435B935-2664-A3DD-F443-0DDE7DAA0377}"/>
          </ac:graphicFrameMkLst>
        </pc:graphicFrameChg>
        <pc:picChg chg="add">
          <ac:chgData name="Ashutosh Giri" userId="a7da8857590a0571" providerId="LiveId" clId="{1378D6FC-057C-4069-9FC9-4953B8C009A0}" dt="2026-08-13T16:45:10.083" v="412" actId="22"/>
          <ac:picMkLst>
            <pc:docMk/>
            <pc:sldMk cId="3770517903" sldId="260"/>
            <ac:picMk id="6" creationId="{DA3B0E3B-BF8E-B396-EFD5-502C72FD2857}"/>
          </ac:picMkLst>
        </pc:picChg>
      </pc:sldChg>
      <pc:sldChg chg="addSp modSp new mod">
        <pc:chgData name="Ashutosh Giri" userId="a7da8857590a0571" providerId="LiveId" clId="{1378D6FC-057C-4069-9FC9-4953B8C009A0}" dt="2026-08-13T16:45:15.325" v="413" actId="22"/>
        <pc:sldMkLst>
          <pc:docMk/>
          <pc:sldMk cId="2285853505" sldId="261"/>
        </pc:sldMkLst>
        <pc:spChg chg="mod">
          <ac:chgData name="Ashutosh Giri" userId="a7da8857590a0571" providerId="LiveId" clId="{1378D6FC-057C-4069-9FC9-4953B8C009A0}" dt="2026-08-13T16:43:40.957" v="398" actId="1076"/>
          <ac:spMkLst>
            <pc:docMk/>
            <pc:sldMk cId="2285853505" sldId="261"/>
            <ac:spMk id="2" creationId="{EAB38E90-4532-9326-0353-233E2126AB65}"/>
          </ac:spMkLst>
        </pc:spChg>
        <pc:spChg chg="mod">
          <ac:chgData name="Ashutosh Giri" userId="a7da8857590a0571" providerId="LiveId" clId="{1378D6FC-057C-4069-9FC9-4953B8C009A0}" dt="2026-08-13T16:44:34.091" v="406" actId="1076"/>
          <ac:spMkLst>
            <pc:docMk/>
            <pc:sldMk cId="2285853505" sldId="261"/>
            <ac:spMk id="3" creationId="{E5D2E811-AA57-B49A-D606-509B5ED77F83}"/>
          </ac:spMkLst>
        </pc:spChg>
        <pc:graphicFrameChg chg="add mod">
          <ac:chgData name="Ashutosh Giri" userId="a7da8857590a0571" providerId="LiveId" clId="{1378D6FC-057C-4069-9FC9-4953B8C009A0}" dt="2026-08-13T16:44:55.544" v="411" actId="14100"/>
          <ac:graphicFrameMkLst>
            <pc:docMk/>
            <pc:sldMk cId="2285853505" sldId="261"/>
            <ac:graphicFrameMk id="4" creationId="{7F335BE0-01D7-F58C-6CB2-14C25F6CF8E9}"/>
          </ac:graphicFrameMkLst>
        </pc:graphicFrameChg>
        <pc:picChg chg="add">
          <ac:chgData name="Ashutosh Giri" userId="a7da8857590a0571" providerId="LiveId" clId="{1378D6FC-057C-4069-9FC9-4953B8C009A0}" dt="2026-08-13T16:45:15.325" v="413" actId="22"/>
          <ac:picMkLst>
            <pc:docMk/>
            <pc:sldMk cId="2285853505" sldId="261"/>
            <ac:picMk id="6" creationId="{4593702D-D197-F6EF-DB3C-C0557D42C5F7}"/>
          </ac:picMkLst>
        </pc:picChg>
      </pc:sldChg>
      <pc:sldChg chg="addSp modSp new mod">
        <pc:chgData name="Ashutosh Giri" userId="a7da8857590a0571" providerId="LiveId" clId="{1378D6FC-057C-4069-9FC9-4953B8C009A0}" dt="2026-08-13T16:49:30.363" v="435" actId="22"/>
        <pc:sldMkLst>
          <pc:docMk/>
          <pc:sldMk cId="1628729563" sldId="262"/>
        </pc:sldMkLst>
        <pc:spChg chg="mod">
          <ac:chgData name="Ashutosh Giri" userId="a7da8857590a0571" providerId="LiveId" clId="{1378D6FC-057C-4069-9FC9-4953B8C009A0}" dt="2026-08-13T16:47:26.427" v="426" actId="1076"/>
          <ac:spMkLst>
            <pc:docMk/>
            <pc:sldMk cId="1628729563" sldId="262"/>
            <ac:spMk id="2" creationId="{2BF70339-AE72-18C1-06E9-83F220B19979}"/>
          </ac:spMkLst>
        </pc:spChg>
        <pc:spChg chg="mod">
          <ac:chgData name="Ashutosh Giri" userId="a7da8857590a0571" providerId="LiveId" clId="{1378D6FC-057C-4069-9FC9-4953B8C009A0}" dt="2026-08-13T16:48:50.857" v="430" actId="14100"/>
          <ac:spMkLst>
            <pc:docMk/>
            <pc:sldMk cId="1628729563" sldId="262"/>
            <ac:spMk id="3" creationId="{FE7C8041-BC41-A943-E060-D466992D1820}"/>
          </ac:spMkLst>
        </pc:spChg>
        <pc:graphicFrameChg chg="add mod">
          <ac:chgData name="Ashutosh Giri" userId="a7da8857590a0571" providerId="LiveId" clId="{1378D6FC-057C-4069-9FC9-4953B8C009A0}" dt="2026-08-13T16:49:10.119" v="434" actId="14100"/>
          <ac:graphicFrameMkLst>
            <pc:docMk/>
            <pc:sldMk cId="1628729563" sldId="262"/>
            <ac:graphicFrameMk id="4" creationId="{365B88A3-2ED6-C83C-9B2C-EE610ACEC68D}"/>
          </ac:graphicFrameMkLst>
        </pc:graphicFrameChg>
        <pc:picChg chg="add">
          <ac:chgData name="Ashutosh Giri" userId="a7da8857590a0571" providerId="LiveId" clId="{1378D6FC-057C-4069-9FC9-4953B8C009A0}" dt="2026-08-13T16:49:30.363" v="435" actId="22"/>
          <ac:picMkLst>
            <pc:docMk/>
            <pc:sldMk cId="1628729563" sldId="262"/>
            <ac:picMk id="6" creationId="{0F1A3ADC-8654-599B-B01B-4758D5A71E85}"/>
          </ac:picMkLst>
        </pc:picChg>
      </pc:sldChg>
      <pc:sldChg chg="addSp modSp new mod">
        <pc:chgData name="Ashutosh Giri" userId="a7da8857590a0571" providerId="LiveId" clId="{1378D6FC-057C-4069-9FC9-4953B8C009A0}" dt="2026-08-13T18:34:07.643" v="906" actId="22"/>
        <pc:sldMkLst>
          <pc:docMk/>
          <pc:sldMk cId="2503424399" sldId="263"/>
        </pc:sldMkLst>
        <pc:spChg chg="mod">
          <ac:chgData name="Ashutosh Giri" userId="a7da8857590a0571" providerId="LiveId" clId="{1378D6FC-057C-4069-9FC9-4953B8C009A0}" dt="2026-08-13T16:52:56.003" v="456" actId="1076"/>
          <ac:spMkLst>
            <pc:docMk/>
            <pc:sldMk cId="2503424399" sldId="263"/>
            <ac:spMk id="2" creationId="{7038D984-3FFD-2490-25D9-850E4A80ABFC}"/>
          </ac:spMkLst>
        </pc:spChg>
        <pc:spChg chg="mod">
          <ac:chgData name="Ashutosh Giri" userId="a7da8857590a0571" providerId="LiveId" clId="{1378D6FC-057C-4069-9FC9-4953B8C009A0}" dt="2026-08-13T16:53:26.893" v="464" actId="14100"/>
          <ac:spMkLst>
            <pc:docMk/>
            <pc:sldMk cId="2503424399" sldId="263"/>
            <ac:spMk id="3" creationId="{C0B72164-A279-38F8-DEBF-72E6EE9BA169}"/>
          </ac:spMkLst>
        </pc:spChg>
        <pc:graphicFrameChg chg="add mod">
          <ac:chgData name="Ashutosh Giri" userId="a7da8857590a0571" providerId="LiveId" clId="{1378D6FC-057C-4069-9FC9-4953B8C009A0}" dt="2026-08-13T16:53:45.413" v="468" actId="14100"/>
          <ac:graphicFrameMkLst>
            <pc:docMk/>
            <pc:sldMk cId="2503424399" sldId="263"/>
            <ac:graphicFrameMk id="4" creationId="{9902AA7B-DE9F-28D2-9EAF-197FA07F4413}"/>
          </ac:graphicFrameMkLst>
        </pc:graphicFrameChg>
        <pc:picChg chg="add">
          <ac:chgData name="Ashutosh Giri" userId="a7da8857590a0571" providerId="LiveId" clId="{1378D6FC-057C-4069-9FC9-4953B8C009A0}" dt="2026-08-13T18:34:07.643" v="906" actId="22"/>
          <ac:picMkLst>
            <pc:docMk/>
            <pc:sldMk cId="2503424399" sldId="263"/>
            <ac:picMk id="6" creationId="{B457A952-DE9F-F1D9-8124-812F3B569E98}"/>
          </ac:picMkLst>
        </pc:picChg>
      </pc:sldChg>
      <pc:sldChg chg="addSp delSp modSp new mod">
        <pc:chgData name="Ashutosh Giri" userId="a7da8857590a0571" providerId="LiveId" clId="{1378D6FC-057C-4069-9FC9-4953B8C009A0}" dt="2026-08-13T18:34:11.973" v="907" actId="22"/>
        <pc:sldMkLst>
          <pc:docMk/>
          <pc:sldMk cId="3157940767" sldId="264"/>
        </pc:sldMkLst>
        <pc:spChg chg="mod">
          <ac:chgData name="Ashutosh Giri" userId="a7da8857590a0571" providerId="LiveId" clId="{1378D6FC-057C-4069-9FC9-4953B8C009A0}" dt="2026-08-13T16:55:39.325" v="484" actId="20577"/>
          <ac:spMkLst>
            <pc:docMk/>
            <pc:sldMk cId="3157940767" sldId="264"/>
            <ac:spMk id="2" creationId="{0BE753B2-C642-349B-8321-02378DFFBF45}"/>
          </ac:spMkLst>
        </pc:spChg>
        <pc:spChg chg="add del mod">
          <ac:chgData name="Ashutosh Giri" userId="a7da8857590a0571" providerId="LiveId" clId="{1378D6FC-057C-4069-9FC9-4953B8C009A0}" dt="2026-08-13T16:56:07.949" v="490" actId="14100"/>
          <ac:spMkLst>
            <pc:docMk/>
            <pc:sldMk cId="3157940767" sldId="264"/>
            <ac:spMk id="3" creationId="{D5CB3372-45DD-8AA7-9C30-EDB0D35286B0}"/>
          </ac:spMkLst>
        </pc:spChg>
        <pc:graphicFrameChg chg="add mod">
          <ac:chgData name="Ashutosh Giri" userId="a7da8857590a0571" providerId="LiveId" clId="{1378D6FC-057C-4069-9FC9-4953B8C009A0}" dt="2026-08-13T16:54:37.816" v="471"/>
          <ac:graphicFrameMkLst>
            <pc:docMk/>
            <pc:sldMk cId="3157940767" sldId="264"/>
            <ac:graphicFrameMk id="4" creationId="{6D421291-C7DC-587F-CF30-B7C50B43FC53}"/>
          </ac:graphicFrameMkLst>
        </pc:graphicFrameChg>
        <pc:graphicFrameChg chg="add mod">
          <ac:chgData name="Ashutosh Giri" userId="a7da8857590a0571" providerId="LiveId" clId="{1378D6FC-057C-4069-9FC9-4953B8C009A0}" dt="2026-08-13T16:56:17.897" v="492" actId="14100"/>
          <ac:graphicFrameMkLst>
            <pc:docMk/>
            <pc:sldMk cId="3157940767" sldId="264"/>
            <ac:graphicFrameMk id="5" creationId="{6D421291-C7DC-587F-CF30-B7C50B43FC53}"/>
          </ac:graphicFrameMkLst>
        </pc:graphicFrameChg>
        <pc:picChg chg="add">
          <ac:chgData name="Ashutosh Giri" userId="a7da8857590a0571" providerId="LiveId" clId="{1378D6FC-057C-4069-9FC9-4953B8C009A0}" dt="2026-08-13T18:34:11.973" v="907" actId="22"/>
          <ac:picMkLst>
            <pc:docMk/>
            <pc:sldMk cId="3157940767" sldId="264"/>
            <ac:picMk id="7" creationId="{6A88A5E5-DEC1-E7C7-C6BC-67B60C3C81EF}"/>
          </ac:picMkLst>
        </pc:picChg>
      </pc:sldChg>
      <pc:sldChg chg="addSp modSp new mod">
        <pc:chgData name="Ashutosh Giri" userId="a7da8857590a0571" providerId="LiveId" clId="{1378D6FC-057C-4069-9FC9-4953B8C009A0}" dt="2026-08-13T18:34:16.463" v="908" actId="22"/>
        <pc:sldMkLst>
          <pc:docMk/>
          <pc:sldMk cId="3762515748" sldId="265"/>
        </pc:sldMkLst>
        <pc:spChg chg="mod">
          <ac:chgData name="Ashutosh Giri" userId="a7da8857590a0571" providerId="LiveId" clId="{1378D6FC-057C-4069-9FC9-4953B8C009A0}" dt="2026-08-13T16:57:54.357" v="517" actId="1076"/>
          <ac:spMkLst>
            <pc:docMk/>
            <pc:sldMk cId="3762515748" sldId="265"/>
            <ac:spMk id="2" creationId="{955F14B7-270B-160F-8E58-A703847A7F19}"/>
          </ac:spMkLst>
        </pc:spChg>
        <pc:spChg chg="mod">
          <ac:chgData name="Ashutosh Giri" userId="a7da8857590a0571" providerId="LiveId" clId="{1378D6FC-057C-4069-9FC9-4953B8C009A0}" dt="2026-08-13T16:58:17.515" v="520" actId="1076"/>
          <ac:spMkLst>
            <pc:docMk/>
            <pc:sldMk cId="3762515748" sldId="265"/>
            <ac:spMk id="3" creationId="{64BC3C03-427B-DE82-1333-BE3941207512}"/>
          </ac:spMkLst>
        </pc:spChg>
        <pc:graphicFrameChg chg="add mod">
          <ac:chgData name="Ashutosh Giri" userId="a7da8857590a0571" providerId="LiveId" clId="{1378D6FC-057C-4069-9FC9-4953B8C009A0}" dt="2026-08-13T16:58:43.463" v="526" actId="14100"/>
          <ac:graphicFrameMkLst>
            <pc:docMk/>
            <pc:sldMk cId="3762515748" sldId="265"/>
            <ac:graphicFrameMk id="4" creationId="{07F7B0A9-1DC4-BF1B-BE7C-AC4BF2F41448}"/>
          </ac:graphicFrameMkLst>
        </pc:graphicFrameChg>
        <pc:picChg chg="add">
          <ac:chgData name="Ashutosh Giri" userId="a7da8857590a0571" providerId="LiveId" clId="{1378D6FC-057C-4069-9FC9-4953B8C009A0}" dt="2026-08-13T18:34:16.463" v="908" actId="22"/>
          <ac:picMkLst>
            <pc:docMk/>
            <pc:sldMk cId="3762515748" sldId="265"/>
            <ac:picMk id="6" creationId="{ACC00075-6804-E5A8-5E7E-D3313A0F6AB0}"/>
          </ac:picMkLst>
        </pc:picChg>
      </pc:sldChg>
      <pc:sldChg chg="addSp modSp new mod">
        <pc:chgData name="Ashutosh Giri" userId="a7da8857590a0571" providerId="LiveId" clId="{1378D6FC-057C-4069-9FC9-4953B8C009A0}" dt="2026-08-13T18:34:21.504" v="909" actId="22"/>
        <pc:sldMkLst>
          <pc:docMk/>
          <pc:sldMk cId="2301495089" sldId="266"/>
        </pc:sldMkLst>
        <pc:spChg chg="mod">
          <ac:chgData name="Ashutosh Giri" userId="a7da8857590a0571" providerId="LiveId" clId="{1378D6FC-057C-4069-9FC9-4953B8C009A0}" dt="2026-08-13T17:00:20.756" v="534" actId="1076"/>
          <ac:spMkLst>
            <pc:docMk/>
            <pc:sldMk cId="2301495089" sldId="266"/>
            <ac:spMk id="2" creationId="{0C1B22A5-ADE0-4515-A60A-CF494FA9399B}"/>
          </ac:spMkLst>
        </pc:spChg>
        <pc:spChg chg="mod">
          <ac:chgData name="Ashutosh Giri" userId="a7da8857590a0571" providerId="LiveId" clId="{1378D6FC-057C-4069-9FC9-4953B8C009A0}" dt="2026-08-13T17:00:52.243" v="541" actId="27636"/>
          <ac:spMkLst>
            <pc:docMk/>
            <pc:sldMk cId="2301495089" sldId="266"/>
            <ac:spMk id="3" creationId="{10EF354B-85F1-4CC9-513F-4AD35F2360D3}"/>
          </ac:spMkLst>
        </pc:spChg>
        <pc:graphicFrameChg chg="add mod">
          <ac:chgData name="Ashutosh Giri" userId="a7da8857590a0571" providerId="LiveId" clId="{1378D6FC-057C-4069-9FC9-4953B8C009A0}" dt="2026-08-13T17:01:11.722" v="545" actId="14100"/>
          <ac:graphicFrameMkLst>
            <pc:docMk/>
            <pc:sldMk cId="2301495089" sldId="266"/>
            <ac:graphicFrameMk id="4" creationId="{51724DD9-89B7-4F75-7A50-89813748D505}"/>
          </ac:graphicFrameMkLst>
        </pc:graphicFrameChg>
        <pc:picChg chg="add">
          <ac:chgData name="Ashutosh Giri" userId="a7da8857590a0571" providerId="LiveId" clId="{1378D6FC-057C-4069-9FC9-4953B8C009A0}" dt="2026-08-13T18:34:21.504" v="909" actId="22"/>
          <ac:picMkLst>
            <pc:docMk/>
            <pc:sldMk cId="2301495089" sldId="266"/>
            <ac:picMk id="6" creationId="{8816CFF2-F14F-F522-9E3D-D00F8BF281C2}"/>
          </ac:picMkLst>
        </pc:picChg>
      </pc:sldChg>
      <pc:sldChg chg="addSp modSp new mod">
        <pc:chgData name="Ashutosh Giri" userId="a7da8857590a0571" providerId="LiveId" clId="{1378D6FC-057C-4069-9FC9-4953B8C009A0}" dt="2026-08-13T18:34:24.750" v="910" actId="22"/>
        <pc:sldMkLst>
          <pc:docMk/>
          <pc:sldMk cId="2566177224" sldId="267"/>
        </pc:sldMkLst>
        <pc:spChg chg="mod">
          <ac:chgData name="Ashutosh Giri" userId="a7da8857590a0571" providerId="LiveId" clId="{1378D6FC-057C-4069-9FC9-4953B8C009A0}" dt="2026-08-13T17:02:42.629" v="564" actId="1076"/>
          <ac:spMkLst>
            <pc:docMk/>
            <pc:sldMk cId="2566177224" sldId="267"/>
            <ac:spMk id="2" creationId="{D29D91A5-3C9F-DD98-99E2-FA99BF5D5A35}"/>
          </ac:spMkLst>
        </pc:spChg>
        <pc:spChg chg="mod">
          <ac:chgData name="Ashutosh Giri" userId="a7da8857590a0571" providerId="LiveId" clId="{1378D6FC-057C-4069-9FC9-4953B8C009A0}" dt="2026-08-13T17:03:06.447" v="570" actId="14100"/>
          <ac:spMkLst>
            <pc:docMk/>
            <pc:sldMk cId="2566177224" sldId="267"/>
            <ac:spMk id="3" creationId="{A6EE70BD-E26B-CE9A-0782-5F588B159DFE}"/>
          </ac:spMkLst>
        </pc:spChg>
        <pc:graphicFrameChg chg="add mod">
          <ac:chgData name="Ashutosh Giri" userId="a7da8857590a0571" providerId="LiveId" clId="{1378D6FC-057C-4069-9FC9-4953B8C009A0}" dt="2026-08-13T17:03:25.722" v="576" actId="14100"/>
          <ac:graphicFrameMkLst>
            <pc:docMk/>
            <pc:sldMk cId="2566177224" sldId="267"/>
            <ac:graphicFrameMk id="4" creationId="{535F2DCE-8AA6-F8CA-8CB9-406235F4149A}"/>
          </ac:graphicFrameMkLst>
        </pc:graphicFrameChg>
        <pc:picChg chg="add">
          <ac:chgData name="Ashutosh Giri" userId="a7da8857590a0571" providerId="LiveId" clId="{1378D6FC-057C-4069-9FC9-4953B8C009A0}" dt="2026-08-13T18:34:24.750" v="910" actId="22"/>
          <ac:picMkLst>
            <pc:docMk/>
            <pc:sldMk cId="2566177224" sldId="267"/>
            <ac:picMk id="6" creationId="{4E5AC91A-37EA-0404-DBAB-B03928794FC7}"/>
          </ac:picMkLst>
        </pc:picChg>
      </pc:sldChg>
      <pc:sldChg chg="addSp modSp new mod">
        <pc:chgData name="Ashutosh Giri" userId="a7da8857590a0571" providerId="LiveId" clId="{1378D6FC-057C-4069-9FC9-4953B8C009A0}" dt="2026-08-13T18:34:29.071" v="911" actId="22"/>
        <pc:sldMkLst>
          <pc:docMk/>
          <pc:sldMk cId="3879338566" sldId="268"/>
        </pc:sldMkLst>
        <pc:spChg chg="mod">
          <ac:chgData name="Ashutosh Giri" userId="a7da8857590a0571" providerId="LiveId" clId="{1378D6FC-057C-4069-9FC9-4953B8C009A0}" dt="2026-08-13T17:49:32.231" v="591" actId="1076"/>
          <ac:spMkLst>
            <pc:docMk/>
            <pc:sldMk cId="3879338566" sldId="268"/>
            <ac:spMk id="2" creationId="{4E806814-C643-4553-D548-E80D114D580B}"/>
          </ac:spMkLst>
        </pc:spChg>
        <pc:spChg chg="mod">
          <ac:chgData name="Ashutosh Giri" userId="a7da8857590a0571" providerId="LiveId" clId="{1378D6FC-057C-4069-9FC9-4953B8C009A0}" dt="2026-08-13T17:50:13.583" v="598" actId="14100"/>
          <ac:spMkLst>
            <pc:docMk/>
            <pc:sldMk cId="3879338566" sldId="268"/>
            <ac:spMk id="3" creationId="{9C49D970-E485-7D0E-FC29-34A72B47E815}"/>
          </ac:spMkLst>
        </pc:spChg>
        <pc:graphicFrameChg chg="add mod">
          <ac:chgData name="Ashutosh Giri" userId="a7da8857590a0571" providerId="LiveId" clId="{1378D6FC-057C-4069-9FC9-4953B8C009A0}" dt="2026-08-13T17:50:07.743" v="597" actId="14100"/>
          <ac:graphicFrameMkLst>
            <pc:docMk/>
            <pc:sldMk cId="3879338566" sldId="268"/>
            <ac:graphicFrameMk id="4" creationId="{5435B935-2664-A3DD-F443-0DDE7DAA0377}"/>
          </ac:graphicFrameMkLst>
        </pc:graphicFrameChg>
        <pc:picChg chg="add">
          <ac:chgData name="Ashutosh Giri" userId="a7da8857590a0571" providerId="LiveId" clId="{1378D6FC-057C-4069-9FC9-4953B8C009A0}" dt="2026-08-13T18:34:29.071" v="911" actId="22"/>
          <ac:picMkLst>
            <pc:docMk/>
            <pc:sldMk cId="3879338566" sldId="268"/>
            <ac:picMk id="6" creationId="{A879A5A8-A9E3-4A62-45D6-720AD3507A39}"/>
          </ac:picMkLst>
        </pc:picChg>
      </pc:sldChg>
      <pc:sldChg chg="addSp modSp new mod">
        <pc:chgData name="Ashutosh Giri" userId="a7da8857590a0571" providerId="LiveId" clId="{1378D6FC-057C-4069-9FC9-4953B8C009A0}" dt="2026-08-13T18:34:32.865" v="912" actId="22"/>
        <pc:sldMkLst>
          <pc:docMk/>
          <pc:sldMk cId="1474967469" sldId="269"/>
        </pc:sldMkLst>
        <pc:spChg chg="mod">
          <ac:chgData name="Ashutosh Giri" userId="a7da8857590a0571" providerId="LiveId" clId="{1378D6FC-057C-4069-9FC9-4953B8C009A0}" dt="2026-08-13T18:14:41.154" v="724" actId="1076"/>
          <ac:spMkLst>
            <pc:docMk/>
            <pc:sldMk cId="1474967469" sldId="269"/>
            <ac:spMk id="2" creationId="{E9BAACC1-975C-FABA-9C32-5AAF27484F38}"/>
          </ac:spMkLst>
        </pc:spChg>
        <pc:spChg chg="mod">
          <ac:chgData name="Ashutosh Giri" userId="a7da8857590a0571" providerId="LiveId" clId="{1378D6FC-057C-4069-9FC9-4953B8C009A0}" dt="2026-08-13T17:56:45.477" v="649" actId="14100"/>
          <ac:spMkLst>
            <pc:docMk/>
            <pc:sldMk cId="1474967469" sldId="269"/>
            <ac:spMk id="3" creationId="{EE3356DE-182E-D355-E5AD-49D8EB115CD0}"/>
          </ac:spMkLst>
        </pc:spChg>
        <pc:graphicFrameChg chg="add mod">
          <ac:chgData name="Ashutosh Giri" userId="a7da8857590a0571" providerId="LiveId" clId="{1378D6FC-057C-4069-9FC9-4953B8C009A0}" dt="2026-08-13T17:56:57.345" v="652" actId="14100"/>
          <ac:graphicFrameMkLst>
            <pc:docMk/>
            <pc:sldMk cId="1474967469" sldId="269"/>
            <ac:graphicFrameMk id="4" creationId="{609B12CE-785A-0030-494E-0A765A71732E}"/>
          </ac:graphicFrameMkLst>
        </pc:graphicFrameChg>
        <pc:picChg chg="add">
          <ac:chgData name="Ashutosh Giri" userId="a7da8857590a0571" providerId="LiveId" clId="{1378D6FC-057C-4069-9FC9-4953B8C009A0}" dt="2026-08-13T18:34:32.865" v="912" actId="22"/>
          <ac:picMkLst>
            <pc:docMk/>
            <pc:sldMk cId="1474967469" sldId="269"/>
            <ac:picMk id="6" creationId="{322035A7-19B5-D485-9603-48843B188F41}"/>
          </ac:picMkLst>
        </pc:picChg>
      </pc:sldChg>
      <pc:sldChg chg="addSp modSp new mod">
        <pc:chgData name="Ashutosh Giri" userId="a7da8857590a0571" providerId="LiveId" clId="{1378D6FC-057C-4069-9FC9-4953B8C009A0}" dt="2026-08-13T18:34:35.916" v="913" actId="22"/>
        <pc:sldMkLst>
          <pc:docMk/>
          <pc:sldMk cId="1940453421" sldId="270"/>
        </pc:sldMkLst>
        <pc:spChg chg="mod">
          <ac:chgData name="Ashutosh Giri" userId="a7da8857590a0571" providerId="LiveId" clId="{1378D6FC-057C-4069-9FC9-4953B8C009A0}" dt="2026-08-13T17:58:45.224" v="668" actId="1076"/>
          <ac:spMkLst>
            <pc:docMk/>
            <pc:sldMk cId="1940453421" sldId="270"/>
            <ac:spMk id="2" creationId="{4E73B122-B81F-B916-3681-D04A75CC68AB}"/>
          </ac:spMkLst>
        </pc:spChg>
        <pc:spChg chg="mod">
          <ac:chgData name="Ashutosh Giri" userId="a7da8857590a0571" providerId="LiveId" clId="{1378D6FC-057C-4069-9FC9-4953B8C009A0}" dt="2026-08-13T17:59:07.928" v="674" actId="14100"/>
          <ac:spMkLst>
            <pc:docMk/>
            <pc:sldMk cId="1940453421" sldId="270"/>
            <ac:spMk id="3" creationId="{F664F8AA-54D8-2D9B-AB24-8B27EC2B89FB}"/>
          </ac:spMkLst>
        </pc:spChg>
        <pc:graphicFrameChg chg="add mod">
          <ac:chgData name="Ashutosh Giri" userId="a7da8857590a0571" providerId="LiveId" clId="{1378D6FC-057C-4069-9FC9-4953B8C009A0}" dt="2026-08-13T17:59:19.716" v="677" actId="14100"/>
          <ac:graphicFrameMkLst>
            <pc:docMk/>
            <pc:sldMk cId="1940453421" sldId="270"/>
            <ac:graphicFrameMk id="4" creationId="{04736104-E2ED-D04E-A04A-E50E3E589C4E}"/>
          </ac:graphicFrameMkLst>
        </pc:graphicFrameChg>
        <pc:picChg chg="add">
          <ac:chgData name="Ashutosh Giri" userId="a7da8857590a0571" providerId="LiveId" clId="{1378D6FC-057C-4069-9FC9-4953B8C009A0}" dt="2026-08-13T18:34:35.916" v="913" actId="22"/>
          <ac:picMkLst>
            <pc:docMk/>
            <pc:sldMk cId="1940453421" sldId="270"/>
            <ac:picMk id="6" creationId="{ED7A25CB-50F7-450F-8FBF-31A608C5E6A8}"/>
          </ac:picMkLst>
        </pc:picChg>
      </pc:sldChg>
      <pc:sldChg chg="addSp delSp modSp new mod">
        <pc:chgData name="Ashutosh Giri" userId="a7da8857590a0571" providerId="LiveId" clId="{1378D6FC-057C-4069-9FC9-4953B8C009A0}" dt="2026-08-13T18:34:39.252" v="914" actId="22"/>
        <pc:sldMkLst>
          <pc:docMk/>
          <pc:sldMk cId="911632941" sldId="271"/>
        </pc:sldMkLst>
        <pc:spChg chg="mod">
          <ac:chgData name="Ashutosh Giri" userId="a7da8857590a0571" providerId="LiveId" clId="{1378D6FC-057C-4069-9FC9-4953B8C009A0}" dt="2026-08-13T18:02:05.818" v="692" actId="1076"/>
          <ac:spMkLst>
            <pc:docMk/>
            <pc:sldMk cId="911632941" sldId="271"/>
            <ac:spMk id="2" creationId="{F9C6485A-A426-BF9F-0BE4-54021856E906}"/>
          </ac:spMkLst>
        </pc:spChg>
        <pc:spChg chg="mod">
          <ac:chgData name="Ashutosh Giri" userId="a7da8857590a0571" providerId="LiveId" clId="{1378D6FC-057C-4069-9FC9-4953B8C009A0}" dt="2026-08-13T18:02:34.012" v="698" actId="27636"/>
          <ac:spMkLst>
            <pc:docMk/>
            <pc:sldMk cId="911632941" sldId="271"/>
            <ac:spMk id="3" creationId="{D097E0F2-026E-7EF9-5625-38386839C707}"/>
          </ac:spMkLst>
        </pc:spChg>
        <pc:spChg chg="add del">
          <ac:chgData name="Ashutosh Giri" userId="a7da8857590a0571" providerId="LiveId" clId="{1378D6FC-057C-4069-9FC9-4953B8C009A0}" dt="2026-08-13T18:00:48.251" v="680" actId="22"/>
          <ac:spMkLst>
            <pc:docMk/>
            <pc:sldMk cId="911632941" sldId="271"/>
            <ac:spMk id="5" creationId="{BCCD0DA6-6DD3-F97C-54BA-7C194247B2CA}"/>
          </ac:spMkLst>
        </pc:spChg>
        <pc:picChg chg="add mod">
          <ac:chgData name="Ashutosh Giri" userId="a7da8857590a0571" providerId="LiveId" clId="{1378D6FC-057C-4069-9FC9-4953B8C009A0}" dt="2026-08-13T18:02:43.367" v="699" actId="14100"/>
          <ac:picMkLst>
            <pc:docMk/>
            <pc:sldMk cId="911632941" sldId="271"/>
            <ac:picMk id="6" creationId="{5BC62F7A-E4B2-4279-DD9B-75F896F4F170}"/>
          </ac:picMkLst>
        </pc:picChg>
        <pc:picChg chg="add">
          <ac:chgData name="Ashutosh Giri" userId="a7da8857590a0571" providerId="LiveId" clId="{1378D6FC-057C-4069-9FC9-4953B8C009A0}" dt="2026-08-13T18:34:39.252" v="914" actId="22"/>
          <ac:picMkLst>
            <pc:docMk/>
            <pc:sldMk cId="911632941" sldId="271"/>
            <ac:picMk id="8" creationId="{F3331783-1CBD-B470-A1AF-9D3EB1C1A82C}"/>
          </ac:picMkLst>
        </pc:picChg>
      </pc:sldChg>
      <pc:sldChg chg="addSp modSp new mod">
        <pc:chgData name="Ashutosh Giri" userId="a7da8857590a0571" providerId="LiveId" clId="{1378D6FC-057C-4069-9FC9-4953B8C009A0}" dt="2026-08-13T18:34:42.352" v="915" actId="22"/>
        <pc:sldMkLst>
          <pc:docMk/>
          <pc:sldMk cId="2109483597" sldId="272"/>
        </pc:sldMkLst>
        <pc:spChg chg="mod">
          <ac:chgData name="Ashutosh Giri" userId="a7da8857590a0571" providerId="LiveId" clId="{1378D6FC-057C-4069-9FC9-4953B8C009A0}" dt="2026-08-13T18:06:20.760" v="718" actId="20577"/>
          <ac:spMkLst>
            <pc:docMk/>
            <pc:sldMk cId="2109483597" sldId="272"/>
            <ac:spMk id="2" creationId="{62CDF8A6-F19F-2BDA-D928-0E514E6B1CDD}"/>
          </ac:spMkLst>
        </pc:spChg>
        <pc:spChg chg="mod">
          <ac:chgData name="Ashutosh Giri" userId="a7da8857590a0571" providerId="LiveId" clId="{1378D6FC-057C-4069-9FC9-4953B8C009A0}" dt="2026-08-13T18:06:45.484" v="721" actId="14100"/>
          <ac:spMkLst>
            <pc:docMk/>
            <pc:sldMk cId="2109483597" sldId="272"/>
            <ac:spMk id="3" creationId="{6655BCED-306F-D99D-85EC-E30AE85145A2}"/>
          </ac:spMkLst>
        </pc:spChg>
        <pc:graphicFrameChg chg="add mod">
          <ac:chgData name="Ashutosh Giri" userId="a7da8857590a0571" providerId="LiveId" clId="{1378D6FC-057C-4069-9FC9-4953B8C009A0}" dt="2026-08-13T18:05:42.863" v="705" actId="14100"/>
          <ac:graphicFrameMkLst>
            <pc:docMk/>
            <pc:sldMk cId="2109483597" sldId="272"/>
            <ac:graphicFrameMk id="4" creationId="{C54D307D-18AC-56BA-C6A7-63CF92CBE98C}"/>
          </ac:graphicFrameMkLst>
        </pc:graphicFrameChg>
        <pc:picChg chg="add">
          <ac:chgData name="Ashutosh Giri" userId="a7da8857590a0571" providerId="LiveId" clId="{1378D6FC-057C-4069-9FC9-4953B8C009A0}" dt="2026-08-13T18:34:42.352" v="915" actId="22"/>
          <ac:picMkLst>
            <pc:docMk/>
            <pc:sldMk cId="2109483597" sldId="272"/>
            <ac:picMk id="6" creationId="{8999190C-2AFF-2DDE-9947-D01907DB8DBB}"/>
          </ac:picMkLst>
        </pc:picChg>
      </pc:sldChg>
      <pc:sldChg chg="addSp delSp modSp new mod">
        <pc:chgData name="Ashutosh Giri" userId="a7da8857590a0571" providerId="LiveId" clId="{1378D6FC-057C-4069-9FC9-4953B8C009A0}" dt="2026-08-13T18:34:45.194" v="916" actId="22"/>
        <pc:sldMkLst>
          <pc:docMk/>
          <pc:sldMk cId="3716665138" sldId="273"/>
        </pc:sldMkLst>
        <pc:spChg chg="mod">
          <ac:chgData name="Ashutosh Giri" userId="a7da8857590a0571" providerId="LiveId" clId="{1378D6FC-057C-4069-9FC9-4953B8C009A0}" dt="2026-08-13T18:30:04.305" v="814" actId="20577"/>
          <ac:spMkLst>
            <pc:docMk/>
            <pc:sldMk cId="3716665138" sldId="273"/>
            <ac:spMk id="2" creationId="{F21E8CE3-CA65-A9A0-0642-44AC1AA7CE4B}"/>
          </ac:spMkLst>
        </pc:spChg>
        <pc:spChg chg="mod">
          <ac:chgData name="Ashutosh Giri" userId="a7da8857590a0571" providerId="LiveId" clId="{1378D6FC-057C-4069-9FC9-4953B8C009A0}" dt="2026-08-13T18:32:12.988" v="848" actId="1076"/>
          <ac:spMkLst>
            <pc:docMk/>
            <pc:sldMk cId="3716665138" sldId="273"/>
            <ac:spMk id="3" creationId="{76B1D5B0-CD41-4588-C311-ACB88DAFAE92}"/>
          </ac:spMkLst>
        </pc:spChg>
        <pc:spChg chg="add del mod">
          <ac:chgData name="Ashutosh Giri" userId="a7da8857590a0571" providerId="LiveId" clId="{1378D6FC-057C-4069-9FC9-4953B8C009A0}" dt="2026-08-13T18:30:07.168" v="816"/>
          <ac:spMkLst>
            <pc:docMk/>
            <pc:sldMk cId="3716665138" sldId="273"/>
            <ac:spMk id="4" creationId="{FE9D7BEA-8ED1-AF2D-6A74-6A293F1F4459}"/>
          </ac:spMkLst>
        </pc:spChg>
        <pc:picChg chg="add">
          <ac:chgData name="Ashutosh Giri" userId="a7da8857590a0571" providerId="LiveId" clId="{1378D6FC-057C-4069-9FC9-4953B8C009A0}" dt="2026-08-13T18:34:45.194" v="916" actId="22"/>
          <ac:picMkLst>
            <pc:docMk/>
            <pc:sldMk cId="3716665138" sldId="273"/>
            <ac:picMk id="6" creationId="{064BA4B1-2633-3017-F854-AD1E90920820}"/>
          </ac:picMkLst>
        </pc:picChg>
      </pc:sldChg>
      <pc:sldChg chg="addSp modSp new mod">
        <pc:chgData name="Ashutosh Giri" userId="a7da8857590a0571" providerId="LiveId" clId="{1378D6FC-057C-4069-9FC9-4953B8C009A0}" dt="2026-08-13T18:34:48.413" v="917" actId="22"/>
        <pc:sldMkLst>
          <pc:docMk/>
          <pc:sldMk cId="2472409352" sldId="274"/>
        </pc:sldMkLst>
        <pc:spChg chg="mod">
          <ac:chgData name="Ashutosh Giri" userId="a7da8857590a0571" providerId="LiveId" clId="{1378D6FC-057C-4069-9FC9-4953B8C009A0}" dt="2026-08-13T18:33:28.341" v="898" actId="1076"/>
          <ac:spMkLst>
            <pc:docMk/>
            <pc:sldMk cId="2472409352" sldId="274"/>
            <ac:spMk id="2" creationId="{DE98C8DB-9279-3BDB-4850-56A4B92715D7}"/>
          </ac:spMkLst>
        </pc:spChg>
        <pc:spChg chg="mod">
          <ac:chgData name="Ashutosh Giri" userId="a7da8857590a0571" providerId="LiveId" clId="{1378D6FC-057C-4069-9FC9-4953B8C009A0}" dt="2026-08-13T18:33:47.348" v="905" actId="27636"/>
          <ac:spMkLst>
            <pc:docMk/>
            <pc:sldMk cId="2472409352" sldId="274"/>
            <ac:spMk id="3" creationId="{17DDB553-81E9-FA14-DA01-2B1A27E05551}"/>
          </ac:spMkLst>
        </pc:spChg>
        <pc:picChg chg="add">
          <ac:chgData name="Ashutosh Giri" userId="a7da8857590a0571" providerId="LiveId" clId="{1378D6FC-057C-4069-9FC9-4953B8C009A0}" dt="2026-08-13T18:34:48.413" v="917" actId="22"/>
          <ac:picMkLst>
            <pc:docMk/>
            <pc:sldMk cId="2472409352" sldId="274"/>
            <ac:picMk id="5" creationId="{05FE5307-0407-5DFE-A94E-DC04AE419E91}"/>
          </ac:picMkLst>
        </pc:picChg>
      </pc:sldChg>
      <pc:sldChg chg="addSp modSp new mod">
        <pc:chgData name="Ashutosh Giri" userId="a7da8857590a0571" providerId="LiveId" clId="{1378D6FC-057C-4069-9FC9-4953B8C009A0}" dt="2026-08-13T18:39:33.974" v="1009" actId="22"/>
        <pc:sldMkLst>
          <pc:docMk/>
          <pc:sldMk cId="1629684475" sldId="275"/>
        </pc:sldMkLst>
        <pc:spChg chg="mod">
          <ac:chgData name="Ashutosh Giri" userId="a7da8857590a0571" providerId="LiveId" clId="{1378D6FC-057C-4069-9FC9-4953B8C009A0}" dt="2026-08-13T18:39:23.250" v="1008" actId="1076"/>
          <ac:spMkLst>
            <pc:docMk/>
            <pc:sldMk cId="1629684475" sldId="275"/>
            <ac:spMk id="2" creationId="{8BA559E3-87D3-29E2-7085-6D3C6B39CF68}"/>
          </ac:spMkLst>
        </pc:spChg>
        <pc:spChg chg="mod">
          <ac:chgData name="Ashutosh Giri" userId="a7da8857590a0571" providerId="LiveId" clId="{1378D6FC-057C-4069-9FC9-4953B8C009A0}" dt="2026-08-13T18:38:30.110" v="947" actId="20577"/>
          <ac:spMkLst>
            <pc:docMk/>
            <pc:sldMk cId="1629684475" sldId="275"/>
            <ac:spMk id="3" creationId="{C023A816-3442-A930-B0A0-9D00CDA21D07}"/>
          </ac:spMkLst>
        </pc:spChg>
        <pc:spChg chg="add mod">
          <ac:chgData name="Ashutosh Giri" userId="a7da8857590a0571" providerId="LiveId" clId="{1378D6FC-057C-4069-9FC9-4953B8C009A0}" dt="2026-08-13T18:38:39.828" v="954" actId="20577"/>
          <ac:spMkLst>
            <pc:docMk/>
            <pc:sldMk cId="1629684475" sldId="275"/>
            <ac:spMk id="4" creationId="{2D9668C8-7A50-63C3-D438-4F1D6674AFF2}"/>
          </ac:spMkLst>
        </pc:spChg>
        <pc:picChg chg="add">
          <ac:chgData name="Ashutosh Giri" userId="a7da8857590a0571" providerId="LiveId" clId="{1378D6FC-057C-4069-9FC9-4953B8C009A0}" dt="2026-08-13T18:39:33.974" v="1009" actId="22"/>
          <ac:picMkLst>
            <pc:docMk/>
            <pc:sldMk cId="1629684475" sldId="275"/>
            <ac:picMk id="6" creationId="{825CD410-AA7E-FBFA-4205-76ABB3A7218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9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Q%2014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2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4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5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8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6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7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9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Q%2015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bowling%20impact.csv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47a\OneDrive\Desktop\SQ1.csv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RCB Season-wise Wins vs Losses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'SQ9'!$B$1</c:f>
              <c:strCache>
                <c:ptCount val="1"/>
                <c:pt idx="0">
                  <c:v>matches_won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'SQ9'!$A$2:$A$5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'SQ9'!$B$2:$B$5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F-4A75-A321-0B4BDE0FC6E4}"/>
            </c:ext>
          </c:extLst>
        </c:ser>
        <c:ser>
          <c:idx val="2"/>
          <c:order val="1"/>
          <c:tx>
            <c:strRef>
              <c:f>'SQ9'!$C$1</c:f>
              <c:strCache>
                <c:ptCount val="1"/>
                <c:pt idx="0">
                  <c:v>matches_lost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'SQ9'!$A$2:$A$5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'SQ9'!$C$2:$C$5</c:f>
              <c:numCache>
                <c:formatCode>General</c:formatCode>
                <c:ptCount val="4"/>
                <c:pt idx="0">
                  <c:v>7</c:v>
                </c:pt>
                <c:pt idx="1">
                  <c:v>9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F-4A75-A321-0B4BDE0FC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44932863"/>
        <c:axId val="1122561711"/>
      </c:barChart>
      <c:catAx>
        <c:axId val="14449328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SEASON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561711"/>
        <c:crosses val="autoZero"/>
        <c:auto val="1"/>
        <c:lblAlgn val="ctr"/>
        <c:lblOffset val="100"/>
        <c:noMultiLvlLbl val="0"/>
      </c:catAx>
      <c:valAx>
        <c:axId val="1122561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MATCHES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4932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Most Consistent Players Across IPL Seasons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 14'!$B$1</c:f>
              <c:strCache>
                <c:ptCount val="1"/>
                <c:pt idx="0">
                  <c:v>average_runs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'Q 14'!$A$2:$A$11</c:f>
              <c:strCache>
                <c:ptCount val="10"/>
                <c:pt idx="0">
                  <c:v>DA Warner</c:v>
                </c:pt>
                <c:pt idx="1">
                  <c:v>V Kohli</c:v>
                </c:pt>
                <c:pt idx="2">
                  <c:v>AB de Villiers</c:v>
                </c:pt>
                <c:pt idx="3">
                  <c:v>RG Sharma</c:v>
                </c:pt>
                <c:pt idx="4">
                  <c:v>RV Uthappa</c:v>
                </c:pt>
                <c:pt idx="5">
                  <c:v>SK Raina</c:v>
                </c:pt>
                <c:pt idx="6">
                  <c:v>G Gambhir</c:v>
                </c:pt>
                <c:pt idx="7">
                  <c:v>AM Rahane</c:v>
                </c:pt>
                <c:pt idx="8">
                  <c:v>CH Gayle</c:v>
                </c:pt>
                <c:pt idx="9">
                  <c:v>S Dhawan</c:v>
                </c:pt>
              </c:strCache>
            </c:strRef>
          </c:cat>
          <c:val>
            <c:numRef>
              <c:f>'Q 14'!$B$2:$B$11</c:f>
              <c:numCache>
                <c:formatCode>General</c:formatCode>
                <c:ptCount val="10"/>
                <c:pt idx="0">
                  <c:v>519.25</c:v>
                </c:pt>
                <c:pt idx="1">
                  <c:v>507.75</c:v>
                </c:pt>
                <c:pt idx="2">
                  <c:v>442.75</c:v>
                </c:pt>
                <c:pt idx="3">
                  <c:v>413</c:v>
                </c:pt>
                <c:pt idx="4">
                  <c:v>402.5</c:v>
                </c:pt>
                <c:pt idx="5">
                  <c:v>389</c:v>
                </c:pt>
                <c:pt idx="6">
                  <c:v>359.25</c:v>
                </c:pt>
                <c:pt idx="7">
                  <c:v>353</c:v>
                </c:pt>
                <c:pt idx="8">
                  <c:v>349.5</c:v>
                </c:pt>
                <c:pt idx="9">
                  <c:v>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B3-4CDB-BD6F-417F7E0FB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097852816"/>
        <c:axId val="1091741904"/>
      </c:barChart>
      <c:catAx>
        <c:axId val="109785281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1741904"/>
        <c:crosses val="autoZero"/>
        <c:auto val="1"/>
        <c:lblAlgn val="ctr"/>
        <c:lblOffset val="100"/>
        <c:noMultiLvlLbl val="0"/>
      </c:catAx>
      <c:valAx>
        <c:axId val="1091741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 Runs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852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TOP 10 PLAYERS BY TOTAL</a:t>
            </a:r>
            <a:r>
              <a:rPr lang="en-US" baseline="0"/>
              <a:t> RUNS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'SQ2'!$B$1</c:f>
              <c:strCache>
                <c:ptCount val="1"/>
                <c:pt idx="0">
                  <c:v>total_runs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'SQ2'!$A$2:$A$11</c:f>
              <c:strCache>
                <c:ptCount val="10"/>
                <c:pt idx="0">
                  <c:v>DA Warner</c:v>
                </c:pt>
                <c:pt idx="1">
                  <c:v>V Kohli</c:v>
                </c:pt>
                <c:pt idx="2">
                  <c:v>AB de Villiers</c:v>
                </c:pt>
                <c:pt idx="3">
                  <c:v>RG Sharma</c:v>
                </c:pt>
                <c:pt idx="4">
                  <c:v>RV Uthappa</c:v>
                </c:pt>
                <c:pt idx="5">
                  <c:v>SK Raina</c:v>
                </c:pt>
                <c:pt idx="6">
                  <c:v>G Gambhir</c:v>
                </c:pt>
                <c:pt idx="7">
                  <c:v>AM Rahane</c:v>
                </c:pt>
                <c:pt idx="8">
                  <c:v>CH Gayle</c:v>
                </c:pt>
                <c:pt idx="9">
                  <c:v>S Dhawan</c:v>
                </c:pt>
              </c:strCache>
            </c:strRef>
          </c:cat>
          <c:val>
            <c:numRef>
              <c:f>'SQ2'!$B$2:$B$11</c:f>
              <c:numCache>
                <c:formatCode>General</c:formatCode>
                <c:ptCount val="10"/>
                <c:pt idx="0">
                  <c:v>2077</c:v>
                </c:pt>
                <c:pt idx="1">
                  <c:v>2031</c:v>
                </c:pt>
                <c:pt idx="2">
                  <c:v>1771</c:v>
                </c:pt>
                <c:pt idx="3">
                  <c:v>1652</c:v>
                </c:pt>
                <c:pt idx="4">
                  <c:v>1610</c:v>
                </c:pt>
                <c:pt idx="5">
                  <c:v>1556</c:v>
                </c:pt>
                <c:pt idx="6">
                  <c:v>1437</c:v>
                </c:pt>
                <c:pt idx="7">
                  <c:v>1412</c:v>
                </c:pt>
                <c:pt idx="8">
                  <c:v>1398</c:v>
                </c:pt>
                <c:pt idx="9">
                  <c:v>1304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0D-43CE-ADB4-84FDDCB6B2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688908719"/>
        <c:axId val="694465551"/>
      </c:barChart>
      <c:catAx>
        <c:axId val="6889087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465551"/>
        <c:crosses val="autoZero"/>
        <c:auto val="1"/>
        <c:lblAlgn val="ctr"/>
        <c:lblOffset val="100"/>
        <c:noMultiLvlLbl val="0"/>
      </c:catAx>
      <c:valAx>
        <c:axId val="694465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RUNS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8908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Top 10 Versatile Players – Batting and Bowling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'SQ4'!$B$1</c:f>
              <c:strCache>
                <c:ptCount val="1"/>
                <c:pt idx="0">
                  <c:v>total_runs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xVal>
            <c:strRef>
              <c:f>'SQ4'!$A$2:$A$11</c:f>
              <c:strCache>
                <c:ptCount val="10"/>
                <c:pt idx="0">
                  <c:v>DJ Bravo</c:v>
                </c:pt>
                <c:pt idx="1">
                  <c:v>SR Watson</c:v>
                </c:pt>
                <c:pt idx="2">
                  <c:v>RA Jadeja</c:v>
                </c:pt>
                <c:pt idx="3">
                  <c:v>Harbhajan Singh</c:v>
                </c:pt>
                <c:pt idx="4">
                  <c:v>AR Patel</c:v>
                </c:pt>
                <c:pt idx="5">
                  <c:v>MC Henriques</c:v>
                </c:pt>
                <c:pt idx="6">
                  <c:v>CH Morris</c:v>
                </c:pt>
                <c:pt idx="7">
                  <c:v>JP Faulkner</c:v>
                </c:pt>
                <c:pt idx="8">
                  <c:v>AD Russell</c:v>
                </c:pt>
                <c:pt idx="9">
                  <c:v>R Ashwin</c:v>
                </c:pt>
              </c:strCache>
            </c:strRef>
          </c:xVal>
          <c:yVal>
            <c:numRef>
              <c:f>'SQ4'!$B$2:$B$11</c:f>
              <c:numCache>
                <c:formatCode>General</c:formatCode>
                <c:ptCount val="10"/>
                <c:pt idx="0">
                  <c:v>345</c:v>
                </c:pt>
                <c:pt idx="1">
                  <c:v>998</c:v>
                </c:pt>
                <c:pt idx="2">
                  <c:v>544</c:v>
                </c:pt>
                <c:pt idx="3">
                  <c:v>265</c:v>
                </c:pt>
                <c:pt idx="4">
                  <c:v>370</c:v>
                </c:pt>
                <c:pt idx="5">
                  <c:v>571</c:v>
                </c:pt>
                <c:pt idx="6">
                  <c:v>284</c:v>
                </c:pt>
                <c:pt idx="7">
                  <c:v>404</c:v>
                </c:pt>
                <c:pt idx="8">
                  <c:v>527</c:v>
                </c:pt>
                <c:pt idx="9">
                  <c:v>152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39D-4762-8E38-70BB47635ED5}"/>
            </c:ext>
          </c:extLst>
        </c:ser>
        <c:ser>
          <c:idx val="1"/>
          <c:order val="1"/>
          <c:tx>
            <c:strRef>
              <c:f>'SQ4'!$C$1</c:f>
              <c:strCache>
                <c:ptCount val="1"/>
                <c:pt idx="0">
                  <c:v>total_wickets</c:v>
                </c:pt>
              </c:strCache>
            </c:strRef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xVal>
            <c:strRef>
              <c:f>'SQ4'!$A$2:$A$11</c:f>
              <c:strCache>
                <c:ptCount val="10"/>
                <c:pt idx="0">
                  <c:v>DJ Bravo</c:v>
                </c:pt>
                <c:pt idx="1">
                  <c:v>SR Watson</c:v>
                </c:pt>
                <c:pt idx="2">
                  <c:v>RA Jadeja</c:v>
                </c:pt>
                <c:pt idx="3">
                  <c:v>Harbhajan Singh</c:v>
                </c:pt>
                <c:pt idx="4">
                  <c:v>AR Patel</c:v>
                </c:pt>
                <c:pt idx="5">
                  <c:v>MC Henriques</c:v>
                </c:pt>
                <c:pt idx="6">
                  <c:v>CH Morris</c:v>
                </c:pt>
                <c:pt idx="7">
                  <c:v>JP Faulkner</c:v>
                </c:pt>
                <c:pt idx="8">
                  <c:v>AD Russell</c:v>
                </c:pt>
                <c:pt idx="9">
                  <c:v>R Ashwin</c:v>
                </c:pt>
              </c:strCache>
            </c:strRef>
          </c:xVal>
          <c:yVal>
            <c:numRef>
              <c:f>'SQ4'!$C$2:$C$11</c:f>
              <c:numCache>
                <c:formatCode>General</c:formatCode>
                <c:ptCount val="10"/>
                <c:pt idx="0">
                  <c:v>62</c:v>
                </c:pt>
                <c:pt idx="1">
                  <c:v>38</c:v>
                </c:pt>
                <c:pt idx="2">
                  <c:v>39</c:v>
                </c:pt>
                <c:pt idx="3">
                  <c:v>51</c:v>
                </c:pt>
                <c:pt idx="4">
                  <c:v>37</c:v>
                </c:pt>
                <c:pt idx="5">
                  <c:v>33</c:v>
                </c:pt>
                <c:pt idx="6">
                  <c:v>38</c:v>
                </c:pt>
                <c:pt idx="7">
                  <c:v>32</c:v>
                </c:pt>
                <c:pt idx="8">
                  <c:v>30</c:v>
                </c:pt>
                <c:pt idx="9">
                  <c:v>42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39D-4762-8E38-70BB47635E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0752016"/>
        <c:axId val="410554160"/>
      </c:scatterChart>
      <c:valAx>
        <c:axId val="760752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 Wickets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554160"/>
        <c:crosses val="autoZero"/>
        <c:crossBetween val="midCat"/>
      </c:valAx>
      <c:valAx>
        <c:axId val="41055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 Runs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07520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RCB Win Percentage With vs Without Player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'SQ5'!$B$1</c:f>
              <c:strCache>
                <c:ptCount val="1"/>
                <c:pt idx="0">
                  <c:v>win_percentage_with_player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'SQ5'!$A$2:$A$11</c:f>
              <c:strCache>
                <c:ptCount val="10"/>
                <c:pt idx="0">
                  <c:v>KL Rahul</c:v>
                </c:pt>
                <c:pt idx="1">
                  <c:v>STR Binny</c:v>
                </c:pt>
                <c:pt idx="2">
                  <c:v>RP Singh</c:v>
                </c:pt>
                <c:pt idx="3">
                  <c:v>Sachin Baby</c:v>
                </c:pt>
                <c:pt idx="4">
                  <c:v>CH Gayle</c:v>
                </c:pt>
                <c:pt idx="5">
                  <c:v>JD Unadkat</c:v>
                </c:pt>
                <c:pt idx="6">
                  <c:v>Mandeep Singh</c:v>
                </c:pt>
                <c:pt idx="7">
                  <c:v>KB Arun Karthik</c:v>
                </c:pt>
                <c:pt idx="8">
                  <c:v>S Aravind</c:v>
                </c:pt>
                <c:pt idx="9">
                  <c:v>SR Watson</c:v>
                </c:pt>
              </c:strCache>
            </c:strRef>
          </c:cat>
          <c:val>
            <c:numRef>
              <c:f>'SQ5'!$B$2:$B$11</c:f>
              <c:numCache>
                <c:formatCode>General</c:formatCode>
                <c:ptCount val="10"/>
                <c:pt idx="0">
                  <c:v>63.16</c:v>
                </c:pt>
                <c:pt idx="1">
                  <c:v>64.290000000000006</c:v>
                </c:pt>
                <c:pt idx="2">
                  <c:v>63.64</c:v>
                </c:pt>
                <c:pt idx="3">
                  <c:v>63.64</c:v>
                </c:pt>
                <c:pt idx="4">
                  <c:v>53.06</c:v>
                </c:pt>
                <c:pt idx="5">
                  <c:v>61.54</c:v>
                </c:pt>
                <c:pt idx="6">
                  <c:v>60</c:v>
                </c:pt>
                <c:pt idx="7">
                  <c:v>58.33</c:v>
                </c:pt>
                <c:pt idx="8">
                  <c:v>57.14</c:v>
                </c:pt>
                <c:pt idx="9">
                  <c:v>56.25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5D-468D-8F1C-93DE6EF950E5}"/>
            </c:ext>
          </c:extLst>
        </c:ser>
        <c:ser>
          <c:idx val="1"/>
          <c:order val="1"/>
          <c:tx>
            <c:strRef>
              <c:f>'SQ5'!$C$1</c:f>
              <c:strCache>
                <c:ptCount val="1"/>
                <c:pt idx="0">
                  <c:v>win_percentage_without_player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'SQ5'!$A$2:$A$11</c:f>
              <c:strCache>
                <c:ptCount val="10"/>
                <c:pt idx="0">
                  <c:v>KL Rahul</c:v>
                </c:pt>
                <c:pt idx="1">
                  <c:v>STR Binny</c:v>
                </c:pt>
                <c:pt idx="2">
                  <c:v>RP Singh</c:v>
                </c:pt>
                <c:pt idx="3">
                  <c:v>Sachin Baby</c:v>
                </c:pt>
                <c:pt idx="4">
                  <c:v>CH Gayle</c:v>
                </c:pt>
                <c:pt idx="5">
                  <c:v>JD Unadkat</c:v>
                </c:pt>
                <c:pt idx="6">
                  <c:v>Mandeep Singh</c:v>
                </c:pt>
                <c:pt idx="7">
                  <c:v>KB Arun Karthik</c:v>
                </c:pt>
                <c:pt idx="8">
                  <c:v>S Aravind</c:v>
                </c:pt>
                <c:pt idx="9">
                  <c:v>SR Watson</c:v>
                </c:pt>
              </c:strCache>
            </c:strRef>
          </c:cat>
          <c:val>
            <c:numRef>
              <c:f>'SQ5'!$C$2:$C$11</c:f>
              <c:numCache>
                <c:formatCode>General</c:formatCode>
                <c:ptCount val="10"/>
                <c:pt idx="0">
                  <c:v>44.19</c:v>
                </c:pt>
                <c:pt idx="1">
                  <c:v>45.83</c:v>
                </c:pt>
                <c:pt idx="2">
                  <c:v>47.06</c:v>
                </c:pt>
                <c:pt idx="3">
                  <c:v>47.06</c:v>
                </c:pt>
                <c:pt idx="4">
                  <c:v>38.46</c:v>
                </c:pt>
                <c:pt idx="5">
                  <c:v>46.94</c:v>
                </c:pt>
                <c:pt idx="6">
                  <c:v>46.81</c:v>
                </c:pt>
                <c:pt idx="7">
                  <c:v>48</c:v>
                </c:pt>
                <c:pt idx="8">
                  <c:v>47.92</c:v>
                </c:pt>
                <c:pt idx="9">
                  <c:v>47.83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5D-468D-8F1C-93DE6EF950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1767344"/>
        <c:axId val="125767024"/>
      </c:barChart>
      <c:catAx>
        <c:axId val="2017673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67024"/>
        <c:crosses val="autoZero"/>
        <c:auto val="1"/>
        <c:lblAlgn val="ctr"/>
        <c:lblOffset val="100"/>
        <c:noMultiLvlLbl val="0"/>
      </c:catAx>
      <c:valAx>
        <c:axId val="125767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767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RCB Home vs Away Performance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'SQ8'!$B$1</c:f>
              <c:strCache>
                <c:ptCount val="1"/>
                <c:pt idx="0">
                  <c:v>win_percentage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'SQ8'!$A$2:$A$3</c:f>
              <c:strCache>
                <c:ptCount val="2"/>
                <c:pt idx="0">
                  <c:v>home</c:v>
                </c:pt>
                <c:pt idx="1">
                  <c:v>away</c:v>
                </c:pt>
              </c:strCache>
            </c:strRef>
          </c:cat>
          <c:val>
            <c:numRef>
              <c:f>'SQ8'!$B$2:$B$3</c:f>
              <c:numCache>
                <c:formatCode>General</c:formatCode>
                <c:ptCount val="2"/>
                <c:pt idx="0">
                  <c:v>55.17</c:v>
                </c:pt>
                <c:pt idx="1">
                  <c:v>45.45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DC-4CA5-A263-41E11283F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60722944"/>
        <c:axId val="1561446544"/>
      </c:barChart>
      <c:catAx>
        <c:axId val="1560722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MATCH LOCATION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1446544"/>
        <c:crosses val="autoZero"/>
        <c:auto val="1"/>
        <c:lblAlgn val="ctr"/>
        <c:lblOffset val="100"/>
        <c:noMultiLvlLbl val="0"/>
      </c:catAx>
      <c:valAx>
        <c:axId val="1561446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WIN 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0722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RCB Top Players – Mega Auction Analysis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'SQ6'!$B$1</c:f>
              <c:strCache>
                <c:ptCount val="1"/>
                <c:pt idx="0">
                  <c:v>total_runs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'SQ6'!$A$2:$A$16</c:f>
              <c:strCache>
                <c:ptCount val="15"/>
                <c:pt idx="0">
                  <c:v>V Kohli</c:v>
                </c:pt>
                <c:pt idx="1">
                  <c:v>AB de Villiers</c:v>
                </c:pt>
                <c:pt idx="2">
                  <c:v>AB de Villiers</c:v>
                </c:pt>
                <c:pt idx="3">
                  <c:v>CH Gayle</c:v>
                </c:pt>
                <c:pt idx="4">
                  <c:v>KD Karthik</c:v>
                </c:pt>
                <c:pt idx="5">
                  <c:v>KD Karthik</c:v>
                </c:pt>
                <c:pt idx="6">
                  <c:v>SR Watson</c:v>
                </c:pt>
                <c:pt idx="7">
                  <c:v>Yuvraj Singh</c:v>
                </c:pt>
                <c:pt idx="8">
                  <c:v>KK Nair</c:v>
                </c:pt>
                <c:pt idx="9">
                  <c:v>PA Patel</c:v>
                </c:pt>
                <c:pt idx="10">
                  <c:v>KL Rahul</c:v>
                </c:pt>
                <c:pt idx="11">
                  <c:v>KL Rahul</c:v>
                </c:pt>
                <c:pt idx="12">
                  <c:v>MC Henriques</c:v>
                </c:pt>
                <c:pt idx="13">
                  <c:v>KM Jadhav</c:v>
                </c:pt>
                <c:pt idx="14">
                  <c:v>KM Jadhav</c:v>
                </c:pt>
              </c:strCache>
            </c:strRef>
          </c:cat>
          <c:val>
            <c:numRef>
              <c:f>'SQ6'!$B$2:$B$16</c:f>
              <c:numCache>
                <c:formatCode>General</c:formatCode>
                <c:ptCount val="15"/>
                <c:pt idx="0">
                  <c:v>2031</c:v>
                </c:pt>
                <c:pt idx="1">
                  <c:v>1771</c:v>
                </c:pt>
                <c:pt idx="2">
                  <c:v>1771</c:v>
                </c:pt>
                <c:pt idx="3">
                  <c:v>1398</c:v>
                </c:pt>
                <c:pt idx="4">
                  <c:v>1038</c:v>
                </c:pt>
                <c:pt idx="5">
                  <c:v>1038</c:v>
                </c:pt>
                <c:pt idx="6">
                  <c:v>998</c:v>
                </c:pt>
                <c:pt idx="7">
                  <c:v>895</c:v>
                </c:pt>
                <c:pt idx="8">
                  <c:v>868</c:v>
                </c:pt>
                <c:pt idx="9">
                  <c:v>696</c:v>
                </c:pt>
                <c:pt idx="10">
                  <c:v>599</c:v>
                </c:pt>
                <c:pt idx="11">
                  <c:v>599</c:v>
                </c:pt>
                <c:pt idx="12">
                  <c:v>571</c:v>
                </c:pt>
                <c:pt idx="13">
                  <c:v>482</c:v>
                </c:pt>
                <c:pt idx="14">
                  <c:v>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4511-86C0-3B0B509CD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91647231"/>
        <c:axId val="322614607"/>
      </c:barChart>
      <c:catAx>
        <c:axId val="209164723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2614607"/>
        <c:crosses val="autoZero"/>
        <c:auto val="1"/>
        <c:lblAlgn val="ctr"/>
        <c:lblOffset val="100"/>
        <c:noMultiLvlLbl val="0"/>
      </c:catAx>
      <c:valAx>
        <c:axId val="3226146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 RUNS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1647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 15 High-Scoring RCB Matches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'SQ7'!$B$1</c:f>
              <c:strCache>
                <c:ptCount val="1"/>
                <c:pt idx="0">
                  <c:v>total_match_runs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'SQ7'!$A$2:$A$16</c:f>
              <c:numCache>
                <c:formatCode>General</c:formatCode>
                <c:ptCount val="15"/>
                <c:pt idx="0">
                  <c:v>829800</c:v>
                </c:pt>
                <c:pt idx="1">
                  <c:v>980912</c:v>
                </c:pt>
                <c:pt idx="2">
                  <c:v>981024</c:v>
                </c:pt>
                <c:pt idx="3">
                  <c:v>598032</c:v>
                </c:pt>
                <c:pt idx="4">
                  <c:v>980974</c:v>
                </c:pt>
                <c:pt idx="5">
                  <c:v>829742</c:v>
                </c:pt>
                <c:pt idx="6">
                  <c:v>980926</c:v>
                </c:pt>
                <c:pt idx="7">
                  <c:v>734004</c:v>
                </c:pt>
                <c:pt idx="8">
                  <c:v>980958</c:v>
                </c:pt>
                <c:pt idx="9">
                  <c:v>981000</c:v>
                </c:pt>
                <c:pt idx="10">
                  <c:v>980964</c:v>
                </c:pt>
                <c:pt idx="11">
                  <c:v>734032</c:v>
                </c:pt>
                <c:pt idx="12">
                  <c:v>829718</c:v>
                </c:pt>
                <c:pt idx="13">
                  <c:v>980942</c:v>
                </c:pt>
                <c:pt idx="14">
                  <c:v>734010</c:v>
                </c:pt>
              </c:numCache>
            </c:numRef>
          </c:cat>
          <c:val>
            <c:numRef>
              <c:f>'SQ7'!$B$2:$B$16</c:f>
              <c:numCache>
                <c:formatCode>General</c:formatCode>
                <c:ptCount val="15"/>
                <c:pt idx="0">
                  <c:v>422</c:v>
                </c:pt>
                <c:pt idx="1">
                  <c:v>396</c:v>
                </c:pt>
                <c:pt idx="2">
                  <c:v>393</c:v>
                </c:pt>
                <c:pt idx="3">
                  <c:v>387</c:v>
                </c:pt>
                <c:pt idx="4">
                  <c:v>380</c:v>
                </c:pt>
                <c:pt idx="5">
                  <c:v>375</c:v>
                </c:pt>
                <c:pt idx="6">
                  <c:v>372</c:v>
                </c:pt>
                <c:pt idx="7">
                  <c:v>371</c:v>
                </c:pt>
                <c:pt idx="8">
                  <c:v>368</c:v>
                </c:pt>
                <c:pt idx="9">
                  <c:v>362</c:v>
                </c:pt>
                <c:pt idx="10">
                  <c:v>359</c:v>
                </c:pt>
                <c:pt idx="11">
                  <c:v>355</c:v>
                </c:pt>
                <c:pt idx="12">
                  <c:v>352</c:v>
                </c:pt>
                <c:pt idx="13">
                  <c:v>351</c:v>
                </c:pt>
                <c:pt idx="14">
                  <c:v>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E4-4EA8-A877-6E4536C1F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58042207"/>
        <c:axId val="84271119"/>
      </c:barChart>
      <c:catAx>
        <c:axId val="458042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match 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271119"/>
        <c:crosses val="autoZero"/>
        <c:auto val="1"/>
        <c:lblAlgn val="ctr"/>
        <c:lblOffset val="100"/>
        <c:noMultiLvlLbl val="0"/>
      </c:catAx>
      <c:valAx>
        <c:axId val="84271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 runs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8042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RCB Season-wise Wins vs Losses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'SQ9'!$B$1</c:f>
              <c:strCache>
                <c:ptCount val="1"/>
                <c:pt idx="0">
                  <c:v>matches_won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'SQ9'!$A$2:$A$5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'SQ9'!$B$2:$B$5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1-4E7D-B3FD-0F8B94006A4E}"/>
            </c:ext>
          </c:extLst>
        </c:ser>
        <c:ser>
          <c:idx val="2"/>
          <c:order val="1"/>
          <c:tx>
            <c:strRef>
              <c:f>'SQ9'!$C$1</c:f>
              <c:strCache>
                <c:ptCount val="1"/>
                <c:pt idx="0">
                  <c:v>matches_lost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'SQ9'!$A$2:$A$5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'SQ9'!$C$2:$C$5</c:f>
              <c:numCache>
                <c:formatCode>General</c:formatCode>
                <c:ptCount val="4"/>
                <c:pt idx="0">
                  <c:v>7</c:v>
                </c:pt>
                <c:pt idx="1">
                  <c:v>9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21-4E7D-B3FD-0F8B94006A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44932863"/>
        <c:axId val="1122561711"/>
      </c:barChart>
      <c:catAx>
        <c:axId val="14449328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SEASON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561711"/>
        <c:crosses val="autoZero"/>
        <c:auto val="1"/>
        <c:lblAlgn val="ctr"/>
        <c:lblOffset val="100"/>
        <c:noMultiLvlLbl val="0"/>
      </c:catAx>
      <c:valAx>
        <c:axId val="1122561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MATCHES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4932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 15.csv]Q 15!PivotTable1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Top 10 Players at M Chinnaswamy Stadium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 15'!$I$5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'Q 15'!$H$6:$H$16</c:f>
              <c:strCache>
                <c:ptCount val="10"/>
                <c:pt idx="0">
                  <c:v>AB de Villiers</c:v>
                </c:pt>
                <c:pt idx="1">
                  <c:v>CH Gayle</c:v>
                </c:pt>
                <c:pt idx="2">
                  <c:v>DA Warner</c:v>
                </c:pt>
                <c:pt idx="3">
                  <c:v>KD Karthik</c:v>
                </c:pt>
                <c:pt idx="4">
                  <c:v>KL Rahul</c:v>
                </c:pt>
                <c:pt idx="5">
                  <c:v>Q de Kock</c:v>
                </c:pt>
                <c:pt idx="6">
                  <c:v>SR Watson</c:v>
                </c:pt>
                <c:pt idx="7">
                  <c:v>V Kohli</c:v>
                </c:pt>
                <c:pt idx="8">
                  <c:v>WP Saha</c:v>
                </c:pt>
                <c:pt idx="9">
                  <c:v>Yuvraj Singh</c:v>
                </c:pt>
              </c:strCache>
            </c:strRef>
          </c:cat>
          <c:val>
            <c:numRef>
              <c:f>'Q 15'!$I$6:$I$16</c:f>
              <c:numCache>
                <c:formatCode>General</c:formatCode>
                <c:ptCount val="10"/>
                <c:pt idx="0">
                  <c:v>941</c:v>
                </c:pt>
                <c:pt idx="1">
                  <c:v>845</c:v>
                </c:pt>
                <c:pt idx="2">
                  <c:v>260</c:v>
                </c:pt>
                <c:pt idx="3">
                  <c:v>161</c:v>
                </c:pt>
                <c:pt idx="4">
                  <c:v>247</c:v>
                </c:pt>
                <c:pt idx="5">
                  <c:v>183</c:v>
                </c:pt>
                <c:pt idx="6">
                  <c:v>157</c:v>
                </c:pt>
                <c:pt idx="7">
                  <c:v>994</c:v>
                </c:pt>
                <c:pt idx="8">
                  <c:v>169</c:v>
                </c:pt>
                <c:pt idx="9">
                  <c:v>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A3-4972-978C-2D994FD44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239161904"/>
        <c:axId val="869142480"/>
      </c:barChart>
      <c:catAx>
        <c:axId val="123916190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9142480"/>
        <c:crosses val="autoZero"/>
        <c:auto val="1"/>
        <c:lblAlgn val="ctr"/>
        <c:lblOffset val="100"/>
        <c:noMultiLvlLbl val="0"/>
      </c:catAx>
      <c:valAx>
        <c:axId val="8691424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 Runs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9161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Bowling Style vs Total Wickets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'bowling impact'!$B$1</c:f>
              <c:strCache>
                <c:ptCount val="1"/>
                <c:pt idx="0">
                  <c:v>total_wickets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'bowling impact'!$A$2:$A$14</c:f>
              <c:strCache>
                <c:ptCount val="13"/>
                <c:pt idx="0">
                  <c:v>Right-arm medium</c:v>
                </c:pt>
                <c:pt idx="1">
                  <c:v>Right-arm fast-medium</c:v>
                </c:pt>
                <c:pt idx="2">
                  <c:v>Right-arm medium-fast</c:v>
                </c:pt>
                <c:pt idx="3">
                  <c:v>Right-arm offbreak</c:v>
                </c:pt>
                <c:pt idx="4">
                  <c:v>Slow left-arm orthodox</c:v>
                </c:pt>
                <c:pt idx="5">
                  <c:v>Right-arm fast</c:v>
                </c:pt>
                <c:pt idx="6">
                  <c:v>Left-arm fast-medium</c:v>
                </c:pt>
                <c:pt idx="7">
                  <c:v>Legbreak googly</c:v>
                </c:pt>
                <c:pt idx="8">
                  <c:v>Legbreak</c:v>
                </c:pt>
                <c:pt idx="9">
                  <c:v>Left-arm medium-fast</c:v>
                </c:pt>
                <c:pt idx="10">
                  <c:v>Left-arm fast</c:v>
                </c:pt>
                <c:pt idx="11">
                  <c:v>Slow left-arm chinaman</c:v>
                </c:pt>
                <c:pt idx="12">
                  <c:v>Left-arm medium</c:v>
                </c:pt>
              </c:strCache>
            </c:strRef>
          </c:cat>
          <c:val>
            <c:numRef>
              <c:f>'bowling impact'!$B$2:$B$14</c:f>
              <c:numCache>
                <c:formatCode>General</c:formatCode>
                <c:ptCount val="13"/>
                <c:pt idx="0">
                  <c:v>499</c:v>
                </c:pt>
                <c:pt idx="1">
                  <c:v>312</c:v>
                </c:pt>
                <c:pt idx="2">
                  <c:v>248</c:v>
                </c:pt>
                <c:pt idx="3">
                  <c:v>235</c:v>
                </c:pt>
                <c:pt idx="4">
                  <c:v>223</c:v>
                </c:pt>
                <c:pt idx="5">
                  <c:v>181</c:v>
                </c:pt>
                <c:pt idx="6">
                  <c:v>151</c:v>
                </c:pt>
                <c:pt idx="7">
                  <c:v>149</c:v>
                </c:pt>
                <c:pt idx="8">
                  <c:v>124</c:v>
                </c:pt>
                <c:pt idx="9">
                  <c:v>95</c:v>
                </c:pt>
                <c:pt idx="10">
                  <c:v>72</c:v>
                </c:pt>
                <c:pt idx="11">
                  <c:v>31</c:v>
                </c:pt>
                <c:pt idx="1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CA-42C5-AF7A-1FCE1413EE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2998464"/>
        <c:axId val="940627152"/>
      </c:barChart>
      <c:catAx>
        <c:axId val="992998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627152"/>
        <c:crosses val="autoZero"/>
        <c:auto val="1"/>
        <c:lblAlgn val="ctr"/>
        <c:lblOffset val="100"/>
        <c:noMultiLvlLbl val="0"/>
      </c:catAx>
      <c:valAx>
        <c:axId val="940627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99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[SQ1.csv]SQ1!PivotTable1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RCB Win Percentage Based on Toss Decision Across Venues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'SQ1'!$L$3:$L$4</c:f>
              <c:strCache>
                <c:ptCount val="1"/>
                <c:pt idx="0">
                  <c:v>bat first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'SQ1'!$K$5:$K$18</c:f>
              <c:strCache>
                <c:ptCount val="13"/>
                <c:pt idx="0">
                  <c:v>Dubai International Cricket Stadium</c:v>
                </c:pt>
                <c:pt idx="1">
                  <c:v>Eden Gardens</c:v>
                </c:pt>
                <c:pt idx="2">
                  <c:v>Feroz Shah Kotla</c:v>
                </c:pt>
                <c:pt idx="3">
                  <c:v>M Chinnaswamy Stadium</c:v>
                </c:pt>
                <c:pt idx="4">
                  <c:v>Maharashtra Cricket Association Stadium</c:v>
                </c:pt>
                <c:pt idx="5">
                  <c:v>Punjab Cricket Association Stadium, Mohali</c:v>
                </c:pt>
                <c:pt idx="6">
                  <c:v>Rajiv Gandhi International Stadium, Uppal</c:v>
                </c:pt>
                <c:pt idx="7">
                  <c:v>Sardar Patel Stadium, Motera</c:v>
                </c:pt>
                <c:pt idx="8">
                  <c:v>Saurashtra Cricket Association Stadium</c:v>
                </c:pt>
                <c:pt idx="9">
                  <c:v>Shaheed Veer Narayan Singh International Stadium</c:v>
                </c:pt>
                <c:pt idx="10">
                  <c:v>Sharjah Cricket Stadium</c:v>
                </c:pt>
                <c:pt idx="11">
                  <c:v>Subrata Roy Sahara Stadium</c:v>
                </c:pt>
                <c:pt idx="12">
                  <c:v>Wankhede Stadium</c:v>
                </c:pt>
              </c:strCache>
            </c:strRef>
          </c:cat>
          <c:val>
            <c:numRef>
              <c:f>'SQ1'!$L$5:$L$18</c:f>
              <c:numCache>
                <c:formatCode>General</c:formatCode>
                <c:ptCount val="13"/>
                <c:pt idx="3">
                  <c:v>0</c:v>
                </c:pt>
                <c:pt idx="4">
                  <c:v>100</c:v>
                </c:pt>
                <c:pt idx="6">
                  <c:v>0</c:v>
                </c:pt>
                <c:pt idx="8">
                  <c:v>0</c:v>
                </c:pt>
                <c:pt idx="11">
                  <c:v>100</c:v>
                </c:pt>
                <c:pt idx="1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25-4E96-8808-9F944EE09A9D}"/>
            </c:ext>
          </c:extLst>
        </c:ser>
        <c:ser>
          <c:idx val="1"/>
          <c:order val="1"/>
          <c:tx>
            <c:strRef>
              <c:f>'SQ1'!$M$3:$M$4</c:f>
              <c:strCache>
                <c:ptCount val="1"/>
                <c:pt idx="0">
                  <c:v>field first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'SQ1'!$K$5:$K$18</c:f>
              <c:strCache>
                <c:ptCount val="13"/>
                <c:pt idx="0">
                  <c:v>Dubai International Cricket Stadium</c:v>
                </c:pt>
                <c:pt idx="1">
                  <c:v>Eden Gardens</c:v>
                </c:pt>
                <c:pt idx="2">
                  <c:v>Feroz Shah Kotla</c:v>
                </c:pt>
                <c:pt idx="3">
                  <c:v>M Chinnaswamy Stadium</c:v>
                </c:pt>
                <c:pt idx="4">
                  <c:v>Maharashtra Cricket Association Stadium</c:v>
                </c:pt>
                <c:pt idx="5">
                  <c:v>Punjab Cricket Association Stadium, Mohali</c:v>
                </c:pt>
                <c:pt idx="6">
                  <c:v>Rajiv Gandhi International Stadium, Uppal</c:v>
                </c:pt>
                <c:pt idx="7">
                  <c:v>Sardar Patel Stadium, Motera</c:v>
                </c:pt>
                <c:pt idx="8">
                  <c:v>Saurashtra Cricket Association Stadium</c:v>
                </c:pt>
                <c:pt idx="9">
                  <c:v>Shaheed Veer Narayan Singh International Stadium</c:v>
                </c:pt>
                <c:pt idx="10">
                  <c:v>Sharjah Cricket Stadium</c:v>
                </c:pt>
                <c:pt idx="11">
                  <c:v>Subrata Roy Sahara Stadium</c:v>
                </c:pt>
                <c:pt idx="12">
                  <c:v>Wankhede Stadium</c:v>
                </c:pt>
              </c:strCache>
            </c:strRef>
          </c:cat>
          <c:val>
            <c:numRef>
              <c:f>'SQ1'!$M$5:$M$18</c:f>
              <c:numCache>
                <c:formatCode>General</c:formatCode>
                <c:ptCount val="13"/>
                <c:pt idx="0">
                  <c:v>100</c:v>
                </c:pt>
                <c:pt idx="1">
                  <c:v>66.67</c:v>
                </c:pt>
                <c:pt idx="2">
                  <c:v>100</c:v>
                </c:pt>
                <c:pt idx="3">
                  <c:v>63.64</c:v>
                </c:pt>
                <c:pt idx="5">
                  <c:v>0</c:v>
                </c:pt>
                <c:pt idx="6">
                  <c:v>0</c:v>
                </c:pt>
                <c:pt idx="7">
                  <c:v>100</c:v>
                </c:pt>
                <c:pt idx="9">
                  <c:v>100</c:v>
                </c:pt>
                <c:pt idx="10">
                  <c:v>50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25-4E96-8808-9F944EE09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81303135"/>
        <c:axId val="881525455"/>
      </c:barChart>
      <c:catAx>
        <c:axId val="3813031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Venue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525455"/>
        <c:crosses val="autoZero"/>
        <c:auto val="1"/>
        <c:lblAlgn val="ctr"/>
        <c:lblOffset val="100"/>
        <c:noMultiLvlLbl val="0"/>
      </c:catAx>
      <c:valAx>
        <c:axId val="88152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Win Percentage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303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3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42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55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07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64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9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90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23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60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0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3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485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521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9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11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86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4ABF309-199B-4D45-8D72-E9093C5632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F6D63-6A90-4675-ABCF-E59F63196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179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47B6-E883-97C7-E96B-CB420882D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7888" y="313266"/>
            <a:ext cx="8825658" cy="3329581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RCB IPL Strategy – SQL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1FFF4-8569-2910-A89E-DFFBAAA3F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622" y="3862980"/>
            <a:ext cx="8825658" cy="1521820"/>
          </a:xfrm>
        </p:spPr>
        <p:txBody>
          <a:bodyPr>
            <a:noAutofit/>
          </a:bodyPr>
          <a:lstStyle/>
          <a:p>
            <a:r>
              <a:rPr lang="en-IN" b="1" dirty="0">
                <a:latin typeface="Agency FB" panose="020B0503020202020204" pitchFamily="34" charset="0"/>
              </a:rPr>
              <a:t>Data-Driven Player Selection &amp; Mega Auction Strategy</a:t>
            </a:r>
            <a:br>
              <a:rPr lang="en-IN" b="1" dirty="0">
                <a:latin typeface="Agency FB" panose="020B0503020202020204" pitchFamily="34" charset="0"/>
              </a:rPr>
            </a:br>
            <a:br>
              <a:rPr lang="en-IN" b="1" dirty="0">
                <a:latin typeface="Agency FB" panose="020B0503020202020204" pitchFamily="34" charset="0"/>
              </a:rPr>
            </a:br>
            <a:br>
              <a:rPr lang="en-IN" b="1" dirty="0">
                <a:latin typeface="Agency FB" panose="020B0503020202020204" pitchFamily="34" charset="0"/>
              </a:rPr>
            </a:br>
            <a:r>
              <a:rPr lang="en-IN" b="1" dirty="0">
                <a:latin typeface="Agency FB" panose="020B0503020202020204" pitchFamily="34" charset="0"/>
              </a:rPr>
              <a:t>by – Ashutosh Giri </a:t>
            </a:r>
            <a:br>
              <a:rPr lang="en-IN" b="1" dirty="0">
                <a:latin typeface="Agency FB" panose="020B0503020202020204" pitchFamily="34" charset="0"/>
              </a:rPr>
            </a:br>
            <a:br>
              <a:rPr lang="en-IN" b="1" dirty="0">
                <a:latin typeface="Agency FB" panose="020B0503020202020204" pitchFamily="34" charset="0"/>
              </a:rPr>
            </a:br>
            <a:endParaRPr lang="en-IN" b="1" dirty="0">
              <a:latin typeface="Agency FB" panose="020B05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08A689-B888-FD64-8B05-83C857D50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218" y="1140309"/>
            <a:ext cx="5772848" cy="424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5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B1F0-791C-4208-8306-85090A7F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765" y="478118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61AE0-CA26-AD79-E4CA-667F57739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1492125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RCB is looking to identify top-performing and reliable players for the 2017 mega auction while considering on-field performance and value for money.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Identify high-performing and consistent players </a:t>
            </a:r>
          </a:p>
          <a:p>
            <a:pPr lvl="0"/>
            <a:r>
              <a:rPr lang="en-IN" dirty="0"/>
              <a:t>Evaluate batting, bowling and player versatility </a:t>
            </a:r>
          </a:p>
          <a:p>
            <a:pPr lvl="0"/>
            <a:r>
              <a:rPr lang="en-IN" dirty="0"/>
              <a:t>Analyse team and venue performance </a:t>
            </a:r>
          </a:p>
          <a:p>
            <a:pPr lvl="0"/>
            <a:r>
              <a:rPr lang="en-IN" dirty="0"/>
              <a:t>Identify factors affecting match outcomes </a:t>
            </a:r>
          </a:p>
          <a:p>
            <a:pPr lvl="0"/>
            <a:r>
              <a:rPr lang="en-IN" dirty="0"/>
              <a:t>Develop data-driven auction strategies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59A05-71D0-514C-7179-1418B8425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48214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B7AB-58EC-B620-F7A1-3184BA78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90252"/>
            <a:ext cx="8746967" cy="978149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             DATABASE SCHEMA</a:t>
            </a:r>
            <a:br>
              <a:rPr lang="en-IN" dirty="0">
                <a:latin typeface="Agency FB" panose="020B0503020202020204" pitchFamily="34" charset="0"/>
              </a:rPr>
            </a:br>
            <a:br>
              <a:rPr lang="en-IN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08C70-BE37-0EBD-CD52-C0AC031A3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001" y="1320800"/>
            <a:ext cx="10126132" cy="492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0F88DA-437C-3CAC-07C5-5E2F1EA58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6116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E196-66A3-8675-3911-C085C6EE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58626"/>
            <a:ext cx="9404723" cy="901949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                 DATA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1DCCDC-BF72-6FC5-DCC5-21FE28703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933" y="1060575"/>
            <a:ext cx="8144934" cy="5338482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Matches: </a:t>
            </a:r>
            <a:r>
              <a:rPr lang="en-IN" dirty="0"/>
              <a:t>255 records covering toss results, winners, venues, and seasons. </a:t>
            </a:r>
          </a:p>
          <a:p>
            <a:r>
              <a:rPr lang="en-IN" b="1" dirty="0"/>
              <a:t>Season: </a:t>
            </a:r>
            <a:r>
              <a:rPr lang="en-IN" dirty="0"/>
              <a:t>9 seasons (2008–2016) including Orange/Purple Cap data. </a:t>
            </a:r>
          </a:p>
          <a:p>
            <a:r>
              <a:rPr lang="en-IN" b="1" dirty="0"/>
              <a:t>Venue: </a:t>
            </a:r>
            <a:r>
              <a:rPr lang="en-IN" dirty="0"/>
              <a:t>35 grounds across India and international locations. </a:t>
            </a:r>
          </a:p>
          <a:p>
            <a:r>
              <a:rPr lang="en-IN" dirty="0"/>
              <a:t> </a:t>
            </a:r>
            <a:r>
              <a:rPr lang="en-IN" b="1" dirty="0"/>
              <a:t>Outcome: </a:t>
            </a:r>
            <a:r>
              <a:rPr lang="en-IN" dirty="0"/>
              <a:t>Categories for match results (Win, Tie, No Result). </a:t>
            </a:r>
          </a:p>
          <a:p>
            <a:r>
              <a:rPr lang="en-IN" dirty="0"/>
              <a:t> </a:t>
            </a:r>
            <a:r>
              <a:rPr lang="en-IN" b="1" dirty="0"/>
              <a:t>Win_By: </a:t>
            </a:r>
            <a:r>
              <a:rPr lang="en-IN" dirty="0"/>
              <a:t>Methods of victory (By Runs or By Wickets). </a:t>
            </a:r>
          </a:p>
          <a:p>
            <a:r>
              <a:rPr lang="en-IN" dirty="0"/>
              <a:t> </a:t>
            </a:r>
            <a:r>
              <a:rPr lang="en-IN" b="1" dirty="0"/>
              <a:t>Ball_by_Ball: </a:t>
            </a:r>
            <a:r>
              <a:rPr lang="en-IN" dirty="0"/>
              <a:t>37,284+ granular records of every delivery, run, and player involved. </a:t>
            </a:r>
          </a:p>
          <a:p>
            <a:r>
              <a:rPr lang="en-IN" dirty="0"/>
              <a:t> </a:t>
            </a:r>
            <a:r>
              <a:rPr lang="en-IN" b="1" dirty="0"/>
              <a:t>Wicket_Taken: </a:t>
            </a:r>
            <a:r>
              <a:rPr lang="en-IN" dirty="0"/>
              <a:t>Detailed dismissal data (Who, How, and which ball). </a:t>
            </a:r>
          </a:p>
          <a:p>
            <a:r>
              <a:rPr lang="en-IN" b="1" dirty="0"/>
              <a:t>Extra_Runs: </a:t>
            </a:r>
            <a:r>
              <a:rPr lang="en-IN" dirty="0"/>
              <a:t>Tracking of all wides, no-balls, and byes per delivery. </a:t>
            </a:r>
          </a:p>
          <a:p>
            <a:r>
              <a:rPr lang="en-IN" dirty="0"/>
              <a:t> </a:t>
            </a:r>
            <a:r>
              <a:rPr lang="en-IN" b="1" dirty="0"/>
              <a:t>Extra_Type: </a:t>
            </a:r>
            <a:r>
              <a:rPr lang="en-IN" dirty="0"/>
              <a:t>Classification of extras (Leg-bye, Wide, etc.). </a:t>
            </a:r>
          </a:p>
          <a:p>
            <a:r>
              <a:rPr lang="en-IN" dirty="0"/>
              <a:t> </a:t>
            </a:r>
            <a:r>
              <a:rPr lang="en-IN" b="1" dirty="0"/>
              <a:t>Out_Type: </a:t>
            </a:r>
            <a:r>
              <a:rPr lang="en-IN" dirty="0"/>
              <a:t>Categorization of dismissals (Caught, Bowled, LBW, etc.). </a:t>
            </a:r>
          </a:p>
          <a:p>
            <a:r>
              <a:rPr lang="en-IN" dirty="0"/>
              <a:t> </a:t>
            </a:r>
            <a:r>
              <a:rPr lang="en-IN" b="1" dirty="0"/>
              <a:t>Player: </a:t>
            </a:r>
            <a:r>
              <a:rPr lang="en-IN" dirty="0"/>
              <a:t>Biographic data for 469 players, including DOB and skills. </a:t>
            </a:r>
          </a:p>
          <a:p>
            <a:r>
              <a:rPr lang="en-IN" dirty="0"/>
              <a:t> </a:t>
            </a:r>
            <a:r>
              <a:rPr lang="en-IN" b="1" dirty="0"/>
              <a:t>Team: </a:t>
            </a:r>
            <a:r>
              <a:rPr lang="en-IN" dirty="0"/>
              <a:t>13 franchises, including RCB (</a:t>
            </a:r>
            <a:r>
              <a:rPr lang="en-IN" dirty="0" err="1"/>
              <a:t>Team_Id</a:t>
            </a:r>
            <a:r>
              <a:rPr lang="en-IN" dirty="0"/>
              <a:t> = 2). </a:t>
            </a:r>
          </a:p>
          <a:p>
            <a:r>
              <a:rPr lang="en-IN" dirty="0"/>
              <a:t> </a:t>
            </a:r>
            <a:r>
              <a:rPr lang="en-IN" b="1" dirty="0"/>
              <a:t>Player_Match: </a:t>
            </a:r>
            <a:r>
              <a:rPr lang="en-IN" dirty="0"/>
              <a:t>Mapping of which player represented which team in specific matches. </a:t>
            </a:r>
          </a:p>
          <a:p>
            <a:r>
              <a:rPr lang="en-IN" dirty="0"/>
              <a:t> </a:t>
            </a:r>
            <a:r>
              <a:rPr lang="en-IN" b="1" dirty="0"/>
              <a:t>Rolee: </a:t>
            </a:r>
            <a:r>
              <a:rPr lang="en-IN" dirty="0"/>
              <a:t>Definitive player roles (Batsman, Bowler, All-rounder). </a:t>
            </a:r>
          </a:p>
          <a:p>
            <a:r>
              <a:rPr lang="en-IN" dirty="0"/>
              <a:t> </a:t>
            </a:r>
            <a:r>
              <a:rPr lang="en-IN" b="1" dirty="0"/>
              <a:t>Batting_Style / </a:t>
            </a:r>
            <a:r>
              <a:rPr lang="en-IN" b="1" dirty="0" err="1"/>
              <a:t>Bowling_Style</a:t>
            </a:r>
            <a:r>
              <a:rPr lang="en-IN" b="1" dirty="0"/>
              <a:t>: </a:t>
            </a:r>
            <a:r>
              <a:rPr lang="en-IN" dirty="0"/>
              <a:t>Specific technical descriptions (Right-hand, Left-arm fast, etc.). </a:t>
            </a:r>
          </a:p>
          <a:p>
            <a:r>
              <a:rPr lang="en-IN" dirty="0"/>
              <a:t> </a:t>
            </a:r>
            <a:r>
              <a:rPr lang="en-IN" b="1" dirty="0"/>
              <a:t>Toss_Decision: </a:t>
            </a:r>
            <a:r>
              <a:rPr lang="en-IN" dirty="0"/>
              <a:t>Strategic data on Bat vs. Field choices. </a:t>
            </a:r>
          </a:p>
          <a:p>
            <a:r>
              <a:rPr lang="en-IN" b="1" dirty="0"/>
              <a:t>Umpire: </a:t>
            </a:r>
            <a:r>
              <a:rPr lang="en-IN" dirty="0"/>
              <a:t>Names and nationalities of match officials.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92970D-10B0-4A5C-A021-ADCF150B5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860287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A35B-D7A6-03EE-F2AA-B6405264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83385"/>
            <a:ext cx="9404723" cy="1400530"/>
          </a:xfrm>
        </p:spPr>
        <p:txBody>
          <a:bodyPr/>
          <a:lstStyle/>
          <a:p>
            <a:r>
              <a:rPr lang="en-IN" dirty="0"/>
              <a:t>             </a:t>
            </a:r>
            <a:r>
              <a:rPr lang="en-IN" dirty="0">
                <a:latin typeface="Agency FB" panose="020B0503020202020204" pitchFamily="34" charset="0"/>
              </a:rPr>
              <a:t>RCB SEASON-WISE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6764-2094-72B5-B3AA-A30CC1A2F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49317"/>
            <a:ext cx="5297488" cy="4195481"/>
          </a:xfrm>
        </p:spPr>
        <p:txBody>
          <a:bodyPr/>
          <a:lstStyle/>
          <a:p>
            <a:pPr lvl="0"/>
            <a:r>
              <a:rPr lang="en-IN" b="1" dirty="0"/>
              <a:t>2013:</a:t>
            </a:r>
            <a:r>
              <a:rPr lang="en-IN" dirty="0"/>
              <a:t> RCB won </a:t>
            </a:r>
            <a:r>
              <a:rPr lang="en-IN" b="1" dirty="0"/>
              <a:t>9 matches</a:t>
            </a:r>
            <a:r>
              <a:rPr lang="en-IN" dirty="0"/>
              <a:t> and lost </a:t>
            </a:r>
            <a:r>
              <a:rPr lang="en-IN" b="1" dirty="0"/>
              <a:t>7</a:t>
            </a:r>
            <a:r>
              <a:rPr lang="en-IN" dirty="0"/>
              <a:t>, showing a positive season record. </a:t>
            </a:r>
          </a:p>
          <a:p>
            <a:pPr lvl="0"/>
            <a:r>
              <a:rPr lang="en-IN" b="1" dirty="0"/>
              <a:t>2014:</a:t>
            </a:r>
            <a:r>
              <a:rPr lang="en-IN" dirty="0"/>
              <a:t> RCB's performance dropped significantly, with only </a:t>
            </a:r>
            <a:r>
              <a:rPr lang="en-IN" b="1" dirty="0"/>
              <a:t>5 wins</a:t>
            </a:r>
            <a:r>
              <a:rPr lang="en-IN" dirty="0"/>
              <a:t> against </a:t>
            </a:r>
            <a:r>
              <a:rPr lang="en-IN" b="1" dirty="0"/>
              <a:t>9 losses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2015:</a:t>
            </a:r>
            <a:r>
              <a:rPr lang="en-IN" dirty="0"/>
              <a:t> RCB improved to </a:t>
            </a:r>
            <a:r>
              <a:rPr lang="en-IN" b="1" dirty="0"/>
              <a:t>8 wins and 6 losses</a:t>
            </a:r>
            <a:r>
              <a:rPr lang="en-IN" dirty="0"/>
              <a:t>, showing recovery from the previous season. </a:t>
            </a:r>
          </a:p>
          <a:p>
            <a:pPr lvl="0"/>
            <a:r>
              <a:rPr lang="en-IN" b="1" dirty="0"/>
              <a:t>2016:</a:t>
            </a:r>
            <a:r>
              <a:rPr lang="en-IN" dirty="0"/>
              <a:t> RCB again recorded </a:t>
            </a:r>
            <a:r>
              <a:rPr lang="en-IN" b="1" dirty="0"/>
              <a:t>9 wins and 7 losses</a:t>
            </a:r>
            <a:r>
              <a:rPr lang="en-IN" dirty="0"/>
              <a:t>, maintaining a positive win-loss record.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435B935-2664-A3DD-F443-0DDE7DAA0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945717"/>
              </p:ext>
            </p:extLst>
          </p:nvPr>
        </p:nvGraphicFramePr>
        <p:xfrm>
          <a:off x="6516688" y="1449317"/>
          <a:ext cx="5030182" cy="4097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A3B0E3B-BF8E-B396-EFD5-502C72FD2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77051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8E90-4532-9326-0353-233E2126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579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MOST CONSISTENT PLAYERS ACROSS IPL SEASONS</a:t>
            </a:r>
            <a:endParaRPr lang="en-IN" b="1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E811-AA57-B49A-D606-509B5ED77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48" y="1380067"/>
            <a:ext cx="6178020" cy="4834466"/>
          </a:xfrm>
        </p:spPr>
        <p:txBody>
          <a:bodyPr/>
          <a:lstStyle/>
          <a:p>
            <a:pPr lvl="0"/>
            <a:r>
              <a:rPr lang="en-IN" b="1" dirty="0"/>
              <a:t>DA Warner</a:t>
            </a:r>
            <a:r>
              <a:rPr lang="en-IN" dirty="0"/>
              <a:t> has the highest average runs at approximately </a:t>
            </a:r>
            <a:r>
              <a:rPr lang="en-IN" b="1" dirty="0"/>
              <a:t>518</a:t>
            </a:r>
            <a:r>
              <a:rPr lang="en-IN" dirty="0"/>
              <a:t>, making him the strongest consistent performer in the chart. </a:t>
            </a:r>
          </a:p>
          <a:p>
            <a:pPr lvl="0"/>
            <a:r>
              <a:rPr lang="en-IN" b="1" dirty="0"/>
              <a:t>V Kohli</a:t>
            </a:r>
            <a:r>
              <a:rPr lang="en-IN" dirty="0"/>
              <a:t> follows closely with approximately </a:t>
            </a:r>
            <a:r>
              <a:rPr lang="en-IN" b="1" dirty="0"/>
              <a:t>506 average runs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AB de Villiers</a:t>
            </a:r>
            <a:r>
              <a:rPr lang="en-IN" dirty="0"/>
              <a:t> ranks third with approximately </a:t>
            </a:r>
            <a:r>
              <a:rPr lang="en-IN" b="1" dirty="0"/>
              <a:t>441 average runs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RG Sharma</a:t>
            </a:r>
            <a:r>
              <a:rPr lang="en-IN" dirty="0"/>
              <a:t> and </a:t>
            </a:r>
            <a:r>
              <a:rPr lang="en-IN" b="1" dirty="0"/>
              <a:t>RV Uthappa</a:t>
            </a:r>
            <a:r>
              <a:rPr lang="en-IN" dirty="0"/>
              <a:t> also show strong consistency with average runs above </a:t>
            </a:r>
            <a:r>
              <a:rPr lang="en-IN" b="1" dirty="0"/>
              <a:t>400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chart indicates that these players maintained a </a:t>
            </a:r>
            <a:r>
              <a:rPr lang="en-IN" b="1" dirty="0"/>
              <a:t>strong batting contribution across seasons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F335BE0-01D7-F58C-6CB2-14C25F6CF8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1256231"/>
              </p:ext>
            </p:extLst>
          </p:nvPr>
        </p:nvGraphicFramePr>
        <p:xfrm>
          <a:off x="6823149" y="1481665"/>
          <a:ext cx="4920117" cy="4089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593702D-D197-F6EF-DB3C-C0557D42C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285853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0339-AE72-18C1-06E9-83F220B1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245" y="2833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TOP PERFORMING PLAYERS – BEST FIT FOR RCB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C8041-BC41-A943-E060-D466992D1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779" y="1570318"/>
            <a:ext cx="6076421" cy="4542615"/>
          </a:xfrm>
        </p:spPr>
        <p:txBody>
          <a:bodyPr/>
          <a:lstStyle/>
          <a:p>
            <a:pPr lvl="0"/>
            <a:r>
              <a:rPr lang="en-IN" b="1" dirty="0"/>
              <a:t>DA Warner</a:t>
            </a:r>
            <a:r>
              <a:rPr lang="en-IN" dirty="0"/>
              <a:t> leads the chart with </a:t>
            </a:r>
            <a:r>
              <a:rPr lang="en-IN" b="1" dirty="0"/>
              <a:t>2,077 runs</a:t>
            </a:r>
            <a:r>
              <a:rPr lang="en-IN" dirty="0"/>
              <a:t>, making him the highest run-scorer. </a:t>
            </a:r>
          </a:p>
          <a:p>
            <a:pPr lvl="0"/>
            <a:r>
              <a:rPr lang="en-IN" b="1" dirty="0"/>
              <a:t>V Kohli</a:t>
            </a:r>
            <a:r>
              <a:rPr lang="en-IN" dirty="0"/>
              <a:t> follows closely with </a:t>
            </a:r>
            <a:r>
              <a:rPr lang="en-IN" b="1" dirty="0"/>
              <a:t>2,031 runs</a:t>
            </a:r>
            <a:r>
              <a:rPr lang="en-IN" dirty="0"/>
              <a:t>, showing strong batting value. </a:t>
            </a:r>
          </a:p>
          <a:p>
            <a:pPr lvl="0"/>
            <a:r>
              <a:rPr lang="en-IN" b="1" dirty="0"/>
              <a:t>AB de Villiers</a:t>
            </a:r>
            <a:r>
              <a:rPr lang="en-IN" dirty="0"/>
              <a:t> ranks third with </a:t>
            </a:r>
            <a:r>
              <a:rPr lang="en-IN" b="1" dirty="0"/>
              <a:t>1,771 runs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RG Sharma</a:t>
            </a:r>
            <a:r>
              <a:rPr lang="en-IN" dirty="0"/>
              <a:t> and </a:t>
            </a:r>
            <a:r>
              <a:rPr lang="en-IN" b="1" dirty="0"/>
              <a:t>RV Uthappa</a:t>
            </a:r>
            <a:r>
              <a:rPr lang="en-IN" dirty="0"/>
              <a:t> also contribute strongly with </a:t>
            </a:r>
            <a:r>
              <a:rPr lang="en-IN" b="1" dirty="0"/>
              <a:t>1,652</a:t>
            </a:r>
            <a:r>
              <a:rPr lang="en-IN" dirty="0"/>
              <a:t> and </a:t>
            </a:r>
            <a:r>
              <a:rPr lang="en-IN" b="1" dirty="0"/>
              <a:t>1,610 runs</a:t>
            </a:r>
            <a:r>
              <a:rPr lang="en-IN" dirty="0"/>
              <a:t> respectively. </a:t>
            </a:r>
          </a:p>
          <a:p>
            <a:pPr lvl="0"/>
            <a:r>
              <a:rPr lang="en-IN" dirty="0"/>
              <a:t>These players stand out as strong candidates based on their </a:t>
            </a:r>
            <a:r>
              <a:rPr lang="en-IN" b="1" dirty="0"/>
              <a:t>overall run-scoring performance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65B88A3-2ED6-C83C-9B2C-EE610ACEC6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990089"/>
              </p:ext>
            </p:extLst>
          </p:nvPr>
        </p:nvGraphicFramePr>
        <p:xfrm>
          <a:off x="6570133" y="1683915"/>
          <a:ext cx="5029199" cy="3717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F1A3ADC-8654-599B-B01B-4758D5A71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62872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D984-3FFD-2490-25D9-850E4A80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00318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BATTING AND BOWLING VERSATILITY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2164-A279-38F8-DEBF-72E6EE9BA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032" y="1536451"/>
            <a:ext cx="5780168" cy="452568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/>
              <a:t>The chart shows a </a:t>
            </a:r>
            <a:r>
              <a:rPr lang="en-IN" b="1"/>
              <a:t>positive contribution in both total runs and total wickets</a:t>
            </a:r>
            <a:r>
              <a:rPr lang="en-IN"/>
              <a:t> across the selected players. </a:t>
            </a:r>
          </a:p>
          <a:p>
            <a:pPr lvl="0"/>
            <a:r>
              <a:rPr lang="en-IN"/>
              <a:t>Players with higher wicket counts do not necessarily have the highest run totals, showing that </a:t>
            </a:r>
            <a:r>
              <a:rPr lang="en-IN" b="1"/>
              <a:t>batting and bowling strengths vary across players</a:t>
            </a:r>
            <a:r>
              <a:rPr lang="en-IN"/>
              <a:t>. </a:t>
            </a:r>
          </a:p>
          <a:p>
            <a:pPr lvl="0"/>
            <a:r>
              <a:rPr lang="en-IN"/>
              <a:t>The highest run contribution is around </a:t>
            </a:r>
            <a:r>
              <a:rPr lang="en-IN" b="1"/>
              <a:t>1,000 runs</a:t>
            </a:r>
            <a:r>
              <a:rPr lang="en-IN"/>
              <a:t>, while the highest wicket contribution is around </a:t>
            </a:r>
            <a:r>
              <a:rPr lang="en-IN" b="1"/>
              <a:t>60 wickets</a:t>
            </a:r>
            <a:r>
              <a:rPr lang="en-IN"/>
              <a:t>. </a:t>
            </a:r>
          </a:p>
          <a:p>
            <a:pPr lvl="0"/>
            <a:r>
              <a:rPr lang="en-IN"/>
              <a:t>The chart demonstrates the value of having players who can contribute in </a:t>
            </a:r>
            <a:r>
              <a:rPr lang="en-IN" b="1"/>
              <a:t>both batting and bowling</a:t>
            </a:r>
            <a:r>
              <a:rPr lang="en-IN"/>
              <a:t>, providing greater team flexibility.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902AA7B-DE9F-28D2-9EAF-197FA07F44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9304579"/>
              </p:ext>
            </p:extLst>
          </p:nvPr>
        </p:nvGraphicFramePr>
        <p:xfrm>
          <a:off x="6681101" y="1608667"/>
          <a:ext cx="5045231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457A952-DE9F-F1D9-8124-812F3B569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50342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753B2-C642-349B-8321-02378DFF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8" y="190251"/>
            <a:ext cx="9856100" cy="114600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IMPACT OF PLAYER PRESENCE ON RCB WIN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B3372-45DD-8AA7-9C30-EDB0D3528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336251"/>
            <a:ext cx="5593821" cy="475974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The </a:t>
            </a:r>
            <a:r>
              <a:rPr lang="en-IN" b="1" dirty="0"/>
              <a:t>win percentage is higher with every player shown</a:t>
            </a:r>
            <a:r>
              <a:rPr lang="en-IN" dirty="0"/>
              <a:t> compared with the win percentage without them. </a:t>
            </a:r>
          </a:p>
          <a:p>
            <a:pPr lvl="0"/>
            <a:r>
              <a:rPr lang="en-IN" dirty="0"/>
              <a:t>The largest visible difference is for </a:t>
            </a:r>
            <a:r>
              <a:rPr lang="en-IN" b="1" dirty="0"/>
              <a:t>KL Rahul</a:t>
            </a:r>
            <a:r>
              <a:rPr lang="en-IN" dirty="0"/>
              <a:t>, where the win percentage is approximately </a:t>
            </a:r>
            <a:r>
              <a:rPr lang="en-IN" b="1" dirty="0"/>
              <a:t>63% with the player vs 44% without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STR Binny, RP Singh and Sachin Baby</a:t>
            </a:r>
            <a:r>
              <a:rPr lang="en-IN" dirty="0"/>
              <a:t> also show a substantial positive difference of roughly </a:t>
            </a:r>
            <a:r>
              <a:rPr lang="en-IN" b="1" dirty="0"/>
              <a:t>16–18 percentage points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Even the smallest gap in the chart, for </a:t>
            </a:r>
            <a:r>
              <a:rPr lang="en-IN" b="1" dirty="0"/>
              <a:t>SR Watson</a:t>
            </a:r>
            <a:r>
              <a:rPr lang="en-IN" dirty="0"/>
              <a:t>, remains positive at around </a:t>
            </a:r>
            <a:r>
              <a:rPr lang="en-IN" b="1" dirty="0"/>
              <a:t>8 percentage points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This indicates a </a:t>
            </a:r>
            <a:r>
              <a:rPr lang="en-IN" b="1" dirty="0"/>
              <a:t>positive association between the presence of these players and RCB's win percentage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D421291-C7DC-587F-CF30-B7C50B43FC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3087825"/>
              </p:ext>
            </p:extLst>
          </p:nvPr>
        </p:nvGraphicFramePr>
        <p:xfrm>
          <a:off x="6354657" y="1336251"/>
          <a:ext cx="5494020" cy="421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A88A5E5-DEC1-E7C7-C6BC-67B60C3C8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157940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14B7-270B-160F-8E58-A703847A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1" y="2833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   RCB HOME VS AWAY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C3C03-427B-DE82-1333-BE3941207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1" y="1326777"/>
            <a:ext cx="6355821" cy="4195481"/>
          </a:xfrm>
        </p:spPr>
        <p:txBody>
          <a:bodyPr/>
          <a:lstStyle/>
          <a:p>
            <a:pPr lvl="0"/>
            <a:r>
              <a:rPr lang="en-IN" dirty="0"/>
              <a:t>RCB's </a:t>
            </a:r>
            <a:r>
              <a:rPr lang="en-IN" b="1" dirty="0"/>
              <a:t>home win percentage is approximately 55%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RCB's </a:t>
            </a:r>
            <a:r>
              <a:rPr lang="en-IN" b="1" dirty="0"/>
              <a:t>away win percentage is approximately 45%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Home performance is therefore around </a:t>
            </a:r>
            <a:r>
              <a:rPr lang="en-IN" b="1" dirty="0"/>
              <a:t>10 percentage points better</a:t>
            </a:r>
            <a:r>
              <a:rPr lang="en-IN" dirty="0"/>
              <a:t> than away performance. </a:t>
            </a:r>
          </a:p>
          <a:p>
            <a:pPr lvl="0"/>
            <a:r>
              <a:rPr lang="en-IN" dirty="0"/>
              <a:t>This indicates a clear </a:t>
            </a:r>
            <a:r>
              <a:rPr lang="en-IN" b="1" dirty="0"/>
              <a:t>home-ground advantage</a:t>
            </a:r>
            <a:r>
              <a:rPr lang="en-IN" dirty="0"/>
              <a:t> for RCB.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7F7B0A9-1DC4-BF1B-BE7C-AC4BF2F414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104649"/>
              </p:ext>
            </p:extLst>
          </p:nvPr>
        </p:nvGraphicFramePr>
        <p:xfrm>
          <a:off x="7321632" y="1411444"/>
          <a:ext cx="4279053" cy="3329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CC00075-6804-E5A8-5E7E-D3313A0F6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762515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22A5-ADE0-4515-A60A-CF494FA9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11" y="249518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RCB MEGA AUCTION – PLAYER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F354B-85F1-4CC9-513F-4AD35F236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712" y="1477185"/>
            <a:ext cx="5455920" cy="4407148"/>
          </a:xfrm>
        </p:spPr>
        <p:txBody>
          <a:bodyPr>
            <a:normAutofit lnSpcReduction="10000"/>
          </a:bodyPr>
          <a:lstStyle/>
          <a:p>
            <a:pPr lvl="0"/>
            <a:r>
              <a:rPr lang="en-IN" b="1" dirty="0"/>
              <a:t>V Kohli</a:t>
            </a:r>
            <a:r>
              <a:rPr lang="en-IN" dirty="0"/>
              <a:t> has the highest total runs in the chart, exceeding </a:t>
            </a:r>
            <a:r>
              <a:rPr lang="en-IN" b="1" dirty="0"/>
              <a:t>2,000 runs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AB de Villiers</a:t>
            </a:r>
            <a:r>
              <a:rPr lang="en-IN" dirty="0"/>
              <a:t> is the next major run contributor, with around </a:t>
            </a:r>
            <a:r>
              <a:rPr lang="en-IN" b="1" dirty="0"/>
              <a:t>1,770 runs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CH Gayle</a:t>
            </a:r>
            <a:r>
              <a:rPr lang="en-IN" dirty="0"/>
              <a:t> and </a:t>
            </a:r>
            <a:r>
              <a:rPr lang="en-IN" b="1" dirty="0"/>
              <a:t>KD Karthik</a:t>
            </a:r>
            <a:r>
              <a:rPr lang="en-IN" dirty="0"/>
              <a:t> also show strong batting contributions. </a:t>
            </a:r>
          </a:p>
          <a:p>
            <a:pPr lvl="0"/>
            <a:r>
              <a:rPr lang="en-IN" b="1" dirty="0"/>
              <a:t>SR Watson</a:t>
            </a:r>
            <a:r>
              <a:rPr lang="en-IN" dirty="0"/>
              <a:t> stands out as an important contributor with around </a:t>
            </a:r>
            <a:r>
              <a:rPr lang="en-IN" b="1" dirty="0"/>
              <a:t>1,000 runs</a:t>
            </a:r>
            <a:r>
              <a:rPr lang="en-IN" dirty="0"/>
              <a:t>, while also offering all-round value from the broader analysis. </a:t>
            </a:r>
          </a:p>
          <a:p>
            <a:pPr lvl="0"/>
            <a:r>
              <a:rPr lang="en-IN" dirty="0"/>
              <a:t>The chart shows a clear difference between the highest-performing players and the lower run contributors.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1724DD9-89B7-4F75-7A50-89813748D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749383"/>
              </p:ext>
            </p:extLst>
          </p:nvPr>
        </p:nvGraphicFramePr>
        <p:xfrm>
          <a:off x="6653107" y="1477185"/>
          <a:ext cx="4918181" cy="4093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6CFF2-F14F-F522-9E3D-D00F8BF28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301495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91A5-3C9F-DD98-99E2-FA99BF5D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87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HIGH-SCORING MATCHES AND RCB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E70BD-E26B-CE9A-0782-5F588B159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26385"/>
            <a:ext cx="5449889" cy="4449482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All </a:t>
            </a:r>
            <a:r>
              <a:rPr lang="en-IN" b="1" dirty="0"/>
              <a:t>15 matches</a:t>
            </a:r>
            <a:r>
              <a:rPr lang="en-IN" dirty="0"/>
              <a:t> shown recorded approximately </a:t>
            </a:r>
            <a:r>
              <a:rPr lang="en-IN" b="1" dirty="0"/>
              <a:t>350+ total runs</a:t>
            </a:r>
            <a:r>
              <a:rPr lang="en-IN" dirty="0"/>
              <a:t>, indicating consistently high-scoring encounters. </a:t>
            </a:r>
          </a:p>
          <a:p>
            <a:pPr lvl="0"/>
            <a:r>
              <a:rPr lang="en-IN" dirty="0"/>
              <a:t>The highest-scoring match reached approximately </a:t>
            </a:r>
            <a:r>
              <a:rPr lang="en-IN" b="1" dirty="0"/>
              <a:t>422 runs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Several matches crossed </a:t>
            </a:r>
            <a:r>
              <a:rPr lang="en-IN" b="1" dirty="0"/>
              <a:t>370–400 runs</a:t>
            </a:r>
            <a:r>
              <a:rPr lang="en-IN" dirty="0"/>
              <a:t>, showing strong scoring intensity. </a:t>
            </a:r>
          </a:p>
          <a:p>
            <a:pPr lvl="0"/>
            <a:r>
              <a:rPr lang="en-IN" dirty="0"/>
              <a:t>Such high-scoring matches highlight the importance of </a:t>
            </a:r>
            <a:r>
              <a:rPr lang="en-IN" b="1" dirty="0"/>
              <a:t>strong batting performance and effective run containment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35F2DCE-8AA6-F8CA-8CB9-406235F41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964159"/>
              </p:ext>
            </p:extLst>
          </p:nvPr>
        </p:nvGraphicFramePr>
        <p:xfrm>
          <a:off x="6536266" y="1540933"/>
          <a:ext cx="5350933" cy="3920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E5AC91A-37EA-0404-DBAB-B03928794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566177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6814-C643-4553-D548-E80D114D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833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RCB SEASON-WISE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9D970-E485-7D0E-FC29-34A72B47E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1502584"/>
            <a:ext cx="6034088" cy="4195481"/>
          </a:xfrm>
        </p:spPr>
        <p:txBody>
          <a:bodyPr/>
          <a:lstStyle/>
          <a:p>
            <a:pPr lvl="0"/>
            <a:r>
              <a:rPr lang="en-IN" b="1" dirty="0"/>
              <a:t>2013:</a:t>
            </a:r>
            <a:r>
              <a:rPr lang="en-IN" dirty="0"/>
              <a:t> RCB won </a:t>
            </a:r>
            <a:r>
              <a:rPr lang="en-IN" b="1" dirty="0"/>
              <a:t>9</a:t>
            </a:r>
            <a:r>
              <a:rPr lang="en-IN" dirty="0"/>
              <a:t> matches and lost </a:t>
            </a:r>
            <a:r>
              <a:rPr lang="en-IN" b="1" dirty="0"/>
              <a:t>7</a:t>
            </a:r>
            <a:r>
              <a:rPr lang="en-IN" dirty="0"/>
              <a:t>, showing a positive season record. </a:t>
            </a:r>
          </a:p>
          <a:p>
            <a:pPr lvl="0"/>
            <a:r>
              <a:rPr lang="en-IN" b="1" dirty="0"/>
              <a:t>2014:</a:t>
            </a:r>
            <a:r>
              <a:rPr lang="en-IN" dirty="0"/>
              <a:t> Performance dropped significantly, with only </a:t>
            </a:r>
            <a:r>
              <a:rPr lang="en-IN" b="1" dirty="0"/>
              <a:t>5 wins</a:t>
            </a:r>
            <a:r>
              <a:rPr lang="en-IN" dirty="0"/>
              <a:t> against </a:t>
            </a:r>
            <a:r>
              <a:rPr lang="en-IN" b="1" dirty="0"/>
              <a:t>9 losses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2015:</a:t>
            </a:r>
            <a:r>
              <a:rPr lang="en-IN" dirty="0"/>
              <a:t> Performance improved to </a:t>
            </a:r>
            <a:r>
              <a:rPr lang="en-IN" b="1" dirty="0"/>
              <a:t>8 wins and 6 losses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2016:</a:t>
            </a:r>
            <a:r>
              <a:rPr lang="en-IN" dirty="0"/>
              <a:t> RCB again recorded </a:t>
            </a:r>
            <a:r>
              <a:rPr lang="en-IN" b="1" dirty="0"/>
              <a:t>9 wins and 7 losses</a:t>
            </a:r>
            <a:r>
              <a:rPr lang="en-IN" dirty="0"/>
              <a:t>, showing recovery from 2014. </a:t>
            </a:r>
          </a:p>
          <a:p>
            <a:pPr lvl="0"/>
            <a:r>
              <a:rPr lang="en-IN" dirty="0"/>
              <a:t>The chart shows </a:t>
            </a:r>
            <a:r>
              <a:rPr lang="en-IN" b="1" dirty="0"/>
              <a:t>inconsistency across seasons</a:t>
            </a:r>
            <a:r>
              <a:rPr lang="en-IN" dirty="0"/>
              <a:t>, with 2014 being the weakest performance.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435B935-2664-A3DD-F443-0DDE7DAA0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111720"/>
              </p:ext>
            </p:extLst>
          </p:nvPr>
        </p:nvGraphicFramePr>
        <p:xfrm>
          <a:off x="6974870" y="1502584"/>
          <a:ext cx="4572000" cy="3729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879A5A8-A9E3-4A62-45D6-720AD350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87933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ACC1-975C-FABA-9C32-5AAF2748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916" y="291851"/>
            <a:ext cx="9729101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VENUE-SPECIFIC PLAYER PERFORMANCE –</a:t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                        M CHINNASWAMY STADIUM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56DE-182E-D355-E5AD-49D8EB115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773518"/>
            <a:ext cx="4902199" cy="438174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V Kohli</a:t>
            </a:r>
            <a:r>
              <a:rPr lang="en-IN" dirty="0"/>
              <a:t> has the highest run contribution at this venue, with approximately </a:t>
            </a:r>
            <a:r>
              <a:rPr lang="en-IN" b="1" dirty="0"/>
              <a:t>1,000 runs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AB de Villiers</a:t>
            </a:r>
            <a:r>
              <a:rPr lang="en-IN" dirty="0"/>
              <a:t> follows with around </a:t>
            </a:r>
            <a:r>
              <a:rPr lang="en-IN" b="1" dirty="0"/>
              <a:t>940 runs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CH Gayle</a:t>
            </a:r>
            <a:r>
              <a:rPr lang="en-IN" dirty="0"/>
              <a:t> also shows a strong venue-specific performance with approximately </a:t>
            </a:r>
            <a:r>
              <a:rPr lang="en-IN" b="1" dirty="0"/>
              <a:t>840 runs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remaining players have considerably lower run totals, mostly below </a:t>
            </a:r>
            <a:r>
              <a:rPr lang="en-IN" b="1" dirty="0"/>
              <a:t>300 runs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chart shows that player performance can vary significantly based on the </a:t>
            </a:r>
            <a:r>
              <a:rPr lang="en-IN" b="1" dirty="0"/>
              <a:t>venue and playing conditions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09B12CE-785A-0030-494E-0A765A717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837762"/>
              </p:ext>
            </p:extLst>
          </p:nvPr>
        </p:nvGraphicFramePr>
        <p:xfrm>
          <a:off x="6096001" y="1913467"/>
          <a:ext cx="5156200" cy="383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22035A7-19B5-D485-9603-48843B188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474967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B122-B81F-B916-3681-D04A75CC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44" y="274918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IMPACT OF BOWLING STYLE ON WICKET-TAKING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4F8AA-54D8-2D9B-AB24-8B27EC2B8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43" y="1527984"/>
            <a:ext cx="5907089" cy="446641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Right-arm medium</a:t>
            </a:r>
            <a:r>
              <a:rPr lang="en-IN" dirty="0"/>
              <a:t> bowling has the highest total wickets in the chart, with approximately </a:t>
            </a:r>
            <a:r>
              <a:rPr lang="en-IN" b="1" dirty="0"/>
              <a:t>500 wickets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Right-arm fast-medium</a:t>
            </a:r>
            <a:r>
              <a:rPr lang="en-IN" dirty="0"/>
              <a:t> ranks second with around </a:t>
            </a:r>
            <a:r>
              <a:rPr lang="en-IN" b="1" dirty="0"/>
              <a:t>310 wickets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Right-arm medium-fast</a:t>
            </a:r>
            <a:r>
              <a:rPr lang="en-IN" dirty="0"/>
              <a:t> and </a:t>
            </a:r>
            <a:r>
              <a:rPr lang="en-IN" b="1" dirty="0"/>
              <a:t>right-arm </a:t>
            </a:r>
            <a:r>
              <a:rPr lang="en-IN" b="1" dirty="0" err="1"/>
              <a:t>offbreak</a:t>
            </a:r>
            <a:r>
              <a:rPr lang="en-IN" dirty="0"/>
              <a:t> also contribute significantly, with roughly </a:t>
            </a:r>
            <a:r>
              <a:rPr lang="en-IN" b="1" dirty="0"/>
              <a:t>250 and 230 wickets</a:t>
            </a:r>
            <a:r>
              <a:rPr lang="en-IN" dirty="0"/>
              <a:t> respectively. </a:t>
            </a:r>
          </a:p>
          <a:p>
            <a:pPr lvl="0"/>
            <a:r>
              <a:rPr lang="en-IN" dirty="0"/>
              <a:t>Several other bowling styles contribute fewer wickets, with the lowest categories recording </a:t>
            </a:r>
            <a:r>
              <a:rPr lang="en-IN" b="1" dirty="0"/>
              <a:t>well below 100 wickets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chart indicates that </a:t>
            </a:r>
            <a:r>
              <a:rPr lang="en-IN" b="1" dirty="0"/>
              <a:t>bowling style has a noticeable relationship with wicket-taking output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4736104-E2ED-D04E-A04A-E50E3E589C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857414"/>
              </p:ext>
            </p:extLst>
          </p:nvPr>
        </p:nvGraphicFramePr>
        <p:xfrm>
          <a:off x="6807097" y="1608666"/>
          <a:ext cx="4747260" cy="3826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D7A25CB-50F7-450F-8FBF-31A608C5E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940453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485A-A426-BF9F-0BE4-54021856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977" y="2071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RCB SEASON-WISE PERFORMANCE: RUNS VS WICKETS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7E0F2-026E-7EF9-5625-38386839C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661017"/>
            <a:ext cx="5020733" cy="4195481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From </a:t>
            </a:r>
            <a:r>
              <a:rPr lang="en-IN" b="1" dirty="0"/>
              <a:t>Season 6 to 7</a:t>
            </a:r>
            <a:r>
              <a:rPr lang="en-IN" dirty="0"/>
              <a:t>, both total runs and wickets </a:t>
            </a:r>
            <a:r>
              <a:rPr lang="en-IN" b="1" dirty="0"/>
              <a:t>declined</a:t>
            </a:r>
            <a:r>
              <a:rPr lang="en-IN" dirty="0"/>
              <a:t>, indicating a weaker overall performance. </a:t>
            </a:r>
          </a:p>
          <a:p>
            <a:pPr lvl="0"/>
            <a:r>
              <a:rPr lang="en-IN" dirty="0"/>
              <a:t>From </a:t>
            </a:r>
            <a:r>
              <a:rPr lang="en-IN" b="1" dirty="0"/>
              <a:t>Season 7 to 8</a:t>
            </a:r>
            <a:r>
              <a:rPr lang="en-IN" dirty="0"/>
              <a:t>, both runs and wickets </a:t>
            </a:r>
            <a:r>
              <a:rPr lang="en-IN" b="1" dirty="0"/>
              <a:t>increased sharply</a:t>
            </a:r>
            <a:r>
              <a:rPr lang="en-IN" dirty="0"/>
              <a:t>, showing a strong improvement. </a:t>
            </a:r>
          </a:p>
          <a:p>
            <a:pPr lvl="0"/>
            <a:r>
              <a:rPr lang="en-IN" dirty="0"/>
              <a:t>From </a:t>
            </a:r>
            <a:r>
              <a:rPr lang="en-IN" b="1" dirty="0"/>
              <a:t>Season 8 to 9</a:t>
            </a:r>
            <a:r>
              <a:rPr lang="en-IN" dirty="0"/>
              <a:t>, total runs </a:t>
            </a:r>
            <a:r>
              <a:rPr lang="en-IN" b="1" dirty="0"/>
              <a:t>continued to increase</a:t>
            </a:r>
            <a:r>
              <a:rPr lang="en-IN" dirty="0"/>
              <a:t>, while wickets </a:t>
            </a:r>
            <a:r>
              <a:rPr lang="en-IN" b="1" dirty="0"/>
              <a:t>slightly decreased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Overall, Season 8 and Season 9 show a much stronger performance compared with Season 7.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62F7A-E4B2-4279-DD9B-75F896F4F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48565"/>
            <a:ext cx="5733415" cy="379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331783-1CBD-B470-A1AF-9D3EB1C1A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911632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F8A6-F19F-2BDA-D928-0E514E6B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844" y="2325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IMPACT OF TOSS DECISION ACROSS VENUES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5BCED-306F-D99D-85EC-E30AE8514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844" y="1568767"/>
            <a:ext cx="5146835" cy="4195481"/>
          </a:xfrm>
        </p:spPr>
        <p:txBody>
          <a:bodyPr/>
          <a:lstStyle/>
          <a:p>
            <a:pPr lvl="0"/>
            <a:r>
              <a:rPr lang="en-IN" dirty="0"/>
              <a:t>The chart shows that the impact of the toss decision </a:t>
            </a:r>
            <a:r>
              <a:rPr lang="en-IN" b="1" dirty="0"/>
              <a:t>varies across venues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At several venues, </a:t>
            </a:r>
            <a:r>
              <a:rPr lang="en-IN" b="1" dirty="0"/>
              <a:t>fielding first</a:t>
            </a:r>
            <a:r>
              <a:rPr lang="en-IN" dirty="0"/>
              <a:t> is associated with a higher win percentage. </a:t>
            </a:r>
          </a:p>
          <a:p>
            <a:pPr lvl="0"/>
            <a:r>
              <a:rPr lang="en-IN" dirty="0"/>
              <a:t>At some venues, </a:t>
            </a:r>
            <a:r>
              <a:rPr lang="en-IN" b="1" dirty="0"/>
              <a:t>batting first</a:t>
            </a:r>
            <a:r>
              <a:rPr lang="en-IN" dirty="0"/>
              <a:t> shows a stronger result, reaching close to </a:t>
            </a:r>
            <a:r>
              <a:rPr lang="en-IN" b="1" dirty="0"/>
              <a:t>100% win percentage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This indicates that there is </a:t>
            </a:r>
            <a:r>
              <a:rPr lang="en-IN" b="1" dirty="0"/>
              <a:t>no single toss strategy that works equally well at every venue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54D307D-18AC-56BA-C6A7-63CF92CBE9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109516"/>
              </p:ext>
            </p:extLst>
          </p:nvPr>
        </p:nvGraphicFramePr>
        <p:xfrm>
          <a:off x="6234958" y="1568767"/>
          <a:ext cx="5733415" cy="4070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999190C-2AFF-2DDE-9947-D01907DB8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10948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8CE3-CA65-A9A0-0642-44AC1AA7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244" y="173318"/>
            <a:ext cx="9404723" cy="741082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1D5B0-CD41-4588-C311-ACB88DAFA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45" y="1185334"/>
            <a:ext cx="10148888" cy="5240866"/>
          </a:xfrm>
        </p:spPr>
        <p:txBody>
          <a:bodyPr>
            <a:normAutofit/>
          </a:bodyPr>
          <a:lstStyle/>
          <a:p>
            <a:pPr lvl="0"/>
            <a:r>
              <a:rPr lang="en-IN" sz="1600" b="1" dirty="0"/>
              <a:t>RCB's performance has been inconsistent</a:t>
            </a:r>
            <a:r>
              <a:rPr lang="en-IN" sz="1600" dirty="0"/>
              <a:t> across seasons, highlighting the need for a more reliable and stable squad. </a:t>
            </a:r>
          </a:p>
          <a:p>
            <a:pPr lvl="0"/>
            <a:r>
              <a:rPr lang="en-IN" sz="1600" b="1" dirty="0"/>
              <a:t>Consistent performers should be prioritized</a:t>
            </a:r>
            <a:r>
              <a:rPr lang="en-IN" sz="1600" dirty="0"/>
              <a:t> over players who show strong performance only in a single season. </a:t>
            </a:r>
          </a:p>
          <a:p>
            <a:pPr lvl="0"/>
            <a:r>
              <a:rPr lang="en-IN" sz="1600" b="1" dirty="0"/>
              <a:t>Top-performing batsmen are crucial</a:t>
            </a:r>
            <a:r>
              <a:rPr lang="en-IN" sz="1600" dirty="0"/>
              <a:t> for maintaining RCB's scoring strength, especially in high-scoring matches. </a:t>
            </a:r>
          </a:p>
          <a:p>
            <a:pPr lvl="0"/>
            <a:r>
              <a:rPr lang="en-IN" sz="1600" b="1" dirty="0"/>
              <a:t>Versatile players who contribute with both bat and ball</a:t>
            </a:r>
            <a:r>
              <a:rPr lang="en-IN" sz="1600" dirty="0"/>
              <a:t> can provide greater flexibility and balance to the squad. </a:t>
            </a:r>
          </a:p>
          <a:p>
            <a:pPr lvl="0"/>
            <a:r>
              <a:rPr lang="en-IN" sz="1600" b="1" dirty="0"/>
              <a:t>Venue-specific performance should influence player selection</a:t>
            </a:r>
            <a:r>
              <a:rPr lang="en-IN" sz="1600" dirty="0"/>
              <a:t>, as some players perform significantly better under particular conditions. </a:t>
            </a:r>
          </a:p>
          <a:p>
            <a:pPr lvl="0"/>
            <a:r>
              <a:rPr lang="en-IN" sz="1600" b="1" dirty="0"/>
              <a:t>RCB should maximize its home-ground advantage</a:t>
            </a:r>
            <a:r>
              <a:rPr lang="en-IN" sz="1600" dirty="0"/>
              <a:t> while improving its performance in away matches. </a:t>
            </a:r>
          </a:p>
          <a:p>
            <a:pPr lvl="0"/>
            <a:r>
              <a:rPr lang="en-IN" sz="1600" b="1" dirty="0"/>
              <a:t>Bowling strength needs equal attention</a:t>
            </a:r>
            <a:r>
              <a:rPr lang="en-IN" sz="1600" dirty="0"/>
              <a:t>, as increasing batting performance alone may not be sufficient to consistently win matches. </a:t>
            </a:r>
          </a:p>
          <a:p>
            <a:pPr lvl="0"/>
            <a:r>
              <a:rPr lang="en-IN" sz="1600" b="1" dirty="0"/>
              <a:t>Mega-auction investments should be data-driven</a:t>
            </a:r>
            <a:r>
              <a:rPr lang="en-IN" sz="1600" dirty="0"/>
              <a:t>, combining performance, consistency, versatility, venue suitability and overall team impact to achieve better value for money.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4BA4B1-2633-3017-F854-AD1E90920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716665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C8DB-9279-3BDB-4850-56A4B927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08785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               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B553-81E9-FA14-DA01-2B1A27E05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8" y="1185333"/>
            <a:ext cx="10312400" cy="506306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Prioritize consistent performers</a:t>
            </a:r>
            <a:r>
              <a:rPr lang="en-IN" dirty="0"/>
              <a:t> with strong records across multiple seasons rather than relying on one-season form. </a:t>
            </a:r>
          </a:p>
          <a:p>
            <a:pPr lvl="0"/>
            <a:r>
              <a:rPr lang="en-IN" b="1" dirty="0"/>
              <a:t>Retain a strong batting core</a:t>
            </a:r>
            <a:r>
              <a:rPr lang="en-IN" dirty="0"/>
              <a:t> by investing in proven high-run contributors who can handle high-scoring matches. </a:t>
            </a:r>
          </a:p>
          <a:p>
            <a:pPr lvl="0"/>
            <a:r>
              <a:rPr lang="en-IN" b="1" dirty="0"/>
              <a:t>Invest in quality all-rounders</a:t>
            </a:r>
            <a:r>
              <a:rPr lang="en-IN" dirty="0"/>
              <a:t> who can contribute with both bat and ball and provide greater squad flexibility. </a:t>
            </a:r>
          </a:p>
          <a:p>
            <a:pPr lvl="0"/>
            <a:r>
              <a:rPr lang="en-IN" b="1" dirty="0"/>
              <a:t>Strengthen the bowling unit</a:t>
            </a:r>
            <a:r>
              <a:rPr lang="en-IN" dirty="0"/>
              <a:t>, particularly with reliable wicket-taking options to complement RCB's strong batting. </a:t>
            </a:r>
          </a:p>
          <a:p>
            <a:pPr lvl="0"/>
            <a:r>
              <a:rPr lang="en-IN" b="1" dirty="0"/>
              <a:t>Use venue-specific data</a:t>
            </a:r>
            <a:r>
              <a:rPr lang="en-IN" dirty="0"/>
              <a:t> when selecting players and the playing XI to exploit individual strengths under different conditions. </a:t>
            </a:r>
          </a:p>
          <a:p>
            <a:pPr lvl="0"/>
            <a:r>
              <a:rPr lang="en-IN" b="1" dirty="0"/>
              <a:t>Adopt a venue-based toss strategy</a:t>
            </a:r>
            <a:r>
              <a:rPr lang="en-IN" dirty="0"/>
              <a:t>, choosing to bat or field according to historical performance at each ground. </a:t>
            </a:r>
          </a:p>
          <a:p>
            <a:pPr lvl="0"/>
            <a:r>
              <a:rPr lang="en-IN" b="1" dirty="0"/>
              <a:t>Maximize home-ground advantage</a:t>
            </a:r>
            <a:r>
              <a:rPr lang="en-IN" dirty="0"/>
              <a:t> while developing a stronger strategy and squad for away matches. </a:t>
            </a:r>
          </a:p>
          <a:p>
            <a:pPr lvl="0"/>
            <a:r>
              <a:rPr lang="en-IN" b="1" dirty="0"/>
              <a:t>Follow a data-driven auction strategy</a:t>
            </a:r>
            <a:r>
              <a:rPr lang="en-IN" dirty="0"/>
              <a:t>, balancing player performance, consistency, versatility, venue suitability and overall value for money before making major investments.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E5307-0407-5DFE-A94E-DC04AE419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472409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59E3-87D3-29E2-7085-6D3C6B39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445" y="3016752"/>
            <a:ext cx="9404723" cy="1400530"/>
          </a:xfrm>
        </p:spPr>
        <p:txBody>
          <a:bodyPr/>
          <a:lstStyle/>
          <a:p>
            <a:r>
              <a:rPr lang="en-IN" dirty="0">
                <a:latin typeface="Agency FB" panose="020B0503020202020204" pitchFamily="34" charset="0"/>
              </a:rPr>
              <a:t>                                  THANK YOU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A816-3442-A930-B0A0-9D00CDA21D07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976016" flipH="1" flipV="1">
            <a:off x="3785043" y="3021944"/>
            <a:ext cx="209928" cy="2748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668C8-7A50-63C3-D438-4F1D6674AFF2}"/>
              </a:ext>
            </a:extLst>
          </p:cNvPr>
          <p:cNvSpPr txBox="1"/>
          <p:nvPr/>
        </p:nvSpPr>
        <p:spPr>
          <a:xfrm>
            <a:off x="2878667" y="1100667"/>
            <a:ext cx="1847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5CD410-AA7E-FBFA-4205-76ABB3A72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306" y="-87549"/>
            <a:ext cx="1505536" cy="1265931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629684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1747</Words>
  <Application>Microsoft Office PowerPoint</Application>
  <PresentationFormat>Widescreen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Agency FB</vt:lpstr>
      <vt:lpstr>Arial</vt:lpstr>
      <vt:lpstr>Century Gothic</vt:lpstr>
      <vt:lpstr>Wingdings 3</vt:lpstr>
      <vt:lpstr>Ion</vt:lpstr>
      <vt:lpstr>RCB IPL Strategy – SQL Analytics</vt:lpstr>
      <vt:lpstr>                           PROBLEM STATEMENT</vt:lpstr>
      <vt:lpstr>                           DATABASE SCHEMA  </vt:lpstr>
      <vt:lpstr>                               DATA OVERVIEW</vt:lpstr>
      <vt:lpstr>             RCB SEASON-WISE PERFORMANCE</vt:lpstr>
      <vt:lpstr>      MOST CONSISTENT PLAYERS ACROSS IPL SEASONS</vt:lpstr>
      <vt:lpstr>        TOP PERFORMING PLAYERS – BEST FIT FOR RCB</vt:lpstr>
      <vt:lpstr>              BATTING AND BOWLING VERSATILITY</vt:lpstr>
      <vt:lpstr> IMPACT OF PLAYER PRESENCE ON RCB WIN PERFORMANCE</vt:lpstr>
      <vt:lpstr>                 RCB HOME VS AWAY PERFORMANCE</vt:lpstr>
      <vt:lpstr>RCB MEGA AUCTION – PLAYER PERFORMANCE ANALYSIS</vt:lpstr>
      <vt:lpstr>           HIGH-SCORING MATCHES AND RCB STRATEGY</vt:lpstr>
      <vt:lpstr>        RCB SEASON-WISE PERFORMANCE ANALYSIS</vt:lpstr>
      <vt:lpstr>            VENUE-SPECIFIC PLAYER PERFORMANCE –                         M CHINNASWAMY STADIUM </vt:lpstr>
      <vt:lpstr>        IMPACT OF BOWLING STYLE ON WICKET-TAKING</vt:lpstr>
      <vt:lpstr>   RCB SEASON-WISE PERFORMANCE: RUNS VS WICKETS</vt:lpstr>
      <vt:lpstr>         IMPACT OF TOSS DECISION ACROSS VENUES</vt:lpstr>
      <vt:lpstr>                                   CONCLUSION</vt:lpstr>
      <vt:lpstr>                              RECOMMENDATIONS</vt:lpstr>
      <vt:lpstr>                                  THANK YOU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Giri</dc:creator>
  <cp:lastModifiedBy>Ashutosh Giri</cp:lastModifiedBy>
  <cp:revision>1</cp:revision>
  <dcterms:created xsi:type="dcterms:W3CDTF">2026-08-13T15:47:48Z</dcterms:created>
  <dcterms:modified xsi:type="dcterms:W3CDTF">2026-08-13T18:39:36Z</dcterms:modified>
</cp:coreProperties>
</file>